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349" r:id="rId4"/>
    <p:sldId id="342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4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els Berglund" userId="6462ffc3c746bb1c" providerId="LiveId" clId="{572CFA61-6849-42BD-B1DA-93EA9D7DCECD}"/>
    <pc:docChg chg="undo redo custSel addSld delSld modSld">
      <pc:chgData name="Niels Berglund" userId="6462ffc3c746bb1c" providerId="LiveId" clId="{572CFA61-6849-42BD-B1DA-93EA9D7DCECD}" dt="2025-11-21T06:17:57.849" v="1257" actId="14100"/>
      <pc:docMkLst>
        <pc:docMk/>
      </pc:docMkLst>
      <pc:sldChg chg="addSp delSp modSp mod">
        <pc:chgData name="Niels Berglund" userId="6462ffc3c746bb1c" providerId="LiveId" clId="{572CFA61-6849-42BD-B1DA-93EA9D7DCECD}" dt="2025-11-01T12:40:18.766" v="708" actId="207"/>
        <pc:sldMkLst>
          <pc:docMk/>
          <pc:sldMk cId="3785071296" sldId="256"/>
        </pc:sldMkLst>
        <pc:spChg chg="add mod">
          <ac:chgData name="Niels Berglund" userId="6462ffc3c746bb1c" providerId="LiveId" clId="{572CFA61-6849-42BD-B1DA-93EA9D7DCECD}" dt="2025-11-01T12:38:06.726" v="690" actId="207"/>
          <ac:spMkLst>
            <pc:docMk/>
            <pc:sldMk cId="3785071296" sldId="256"/>
            <ac:spMk id="6" creationId="{EE2CDBA7-606A-0BFA-3A26-E9104EEB72C7}"/>
          </ac:spMkLst>
        </pc:spChg>
        <pc:spChg chg="add mod">
          <ac:chgData name="Niels Berglund" userId="6462ffc3c746bb1c" providerId="LiveId" clId="{572CFA61-6849-42BD-B1DA-93EA9D7DCECD}" dt="2025-11-01T12:37:53.151" v="688" actId="207"/>
          <ac:spMkLst>
            <pc:docMk/>
            <pc:sldMk cId="3785071296" sldId="256"/>
            <ac:spMk id="7" creationId="{E5D20DAC-168F-C865-0AFC-10BE2F9B55B0}"/>
          </ac:spMkLst>
        </pc:spChg>
        <pc:spChg chg="add mod">
          <ac:chgData name="Niels Berglund" userId="6462ffc3c746bb1c" providerId="LiveId" clId="{572CFA61-6849-42BD-B1DA-93EA9D7DCECD}" dt="2025-11-01T12:40:18.766" v="708" actId="207"/>
          <ac:spMkLst>
            <pc:docMk/>
            <pc:sldMk cId="3785071296" sldId="256"/>
            <ac:spMk id="10" creationId="{9BFC5DC1-A301-8267-2F39-C786140E5576}"/>
          </ac:spMkLst>
        </pc:spChg>
        <pc:picChg chg="add mod ord">
          <ac:chgData name="Niels Berglund" userId="6462ffc3c746bb1c" providerId="LiveId" clId="{572CFA61-6849-42BD-B1DA-93EA9D7DCECD}" dt="2025-11-01T12:36:55.574" v="684" actId="167"/>
          <ac:picMkLst>
            <pc:docMk/>
            <pc:sldMk cId="3785071296" sldId="256"/>
            <ac:picMk id="9" creationId="{24DE9808-69CC-D225-C7D4-2056390575EC}"/>
          </ac:picMkLst>
        </pc:picChg>
      </pc:sldChg>
      <pc:sldChg chg="addSp delSp modSp mod modAnim">
        <pc:chgData name="Niels Berglund" userId="6462ffc3c746bb1c" providerId="LiveId" clId="{572CFA61-6849-42BD-B1DA-93EA9D7DCECD}" dt="2025-11-01T12:49:06.733" v="745"/>
        <pc:sldMkLst>
          <pc:docMk/>
          <pc:sldMk cId="781112186" sldId="257"/>
        </pc:sldMkLst>
        <pc:picChg chg="mod">
          <ac:chgData name="Niels Berglund" userId="6462ffc3c746bb1c" providerId="LiveId" clId="{572CFA61-6849-42BD-B1DA-93EA9D7DCECD}" dt="2025-11-01T12:42:08.245" v="718" actId="14100"/>
          <ac:picMkLst>
            <pc:docMk/>
            <pc:sldMk cId="781112186" sldId="257"/>
            <ac:picMk id="7" creationId="{C5414CAD-BBE5-F820-D6DC-CAF92C81AD20}"/>
          </ac:picMkLst>
        </pc:picChg>
        <pc:picChg chg="mod">
          <ac:chgData name="Niels Berglund" userId="6462ffc3c746bb1c" providerId="LiveId" clId="{572CFA61-6849-42BD-B1DA-93EA9D7DCECD}" dt="2025-11-01T12:42:12.479" v="719" actId="14100"/>
          <ac:picMkLst>
            <pc:docMk/>
            <pc:sldMk cId="781112186" sldId="257"/>
            <ac:picMk id="9" creationId="{3111A7F0-00EA-FF47-030E-B3201B19BA55}"/>
          </ac:picMkLst>
        </pc:picChg>
        <pc:picChg chg="add mod ord">
          <ac:chgData name="Niels Berglund" userId="6462ffc3c746bb1c" providerId="LiveId" clId="{572CFA61-6849-42BD-B1DA-93EA9D7DCECD}" dt="2025-11-01T12:42:44.783" v="724" actId="167"/>
          <ac:picMkLst>
            <pc:docMk/>
            <pc:sldMk cId="781112186" sldId="257"/>
            <ac:picMk id="13" creationId="{43C7D197-87E5-808B-80E0-033DFA36A5AC}"/>
          </ac:picMkLst>
        </pc:picChg>
      </pc:sldChg>
      <pc:sldChg chg="addSp modSp mod">
        <pc:chgData name="Niels Berglund" userId="6462ffc3c746bb1c" providerId="LiveId" clId="{572CFA61-6849-42BD-B1DA-93EA9D7DCECD}" dt="2025-11-01T12:43:16.407" v="729" actId="167"/>
        <pc:sldMkLst>
          <pc:docMk/>
          <pc:sldMk cId="3354249248" sldId="259"/>
        </pc:sldMkLst>
        <pc:picChg chg="add mod ord">
          <ac:chgData name="Niels Berglund" userId="6462ffc3c746bb1c" providerId="LiveId" clId="{572CFA61-6849-42BD-B1DA-93EA9D7DCECD}" dt="2025-11-01T12:43:16.407" v="729" actId="167"/>
          <ac:picMkLst>
            <pc:docMk/>
            <pc:sldMk cId="3354249248" sldId="259"/>
            <ac:picMk id="11" creationId="{2063F8E0-A0B3-F953-C8C9-CB054F596AC1}"/>
          </ac:picMkLst>
        </pc:picChg>
      </pc:sldChg>
      <pc:sldChg chg="addSp delSp modSp add mod modAnim">
        <pc:chgData name="Niels Berglund" userId="6462ffc3c746bb1c" providerId="LiveId" clId="{572CFA61-6849-42BD-B1DA-93EA9D7DCECD}" dt="2025-11-01T13:19:52.808" v="1209"/>
        <pc:sldMkLst>
          <pc:docMk/>
          <pc:sldMk cId="465395078" sldId="260"/>
        </pc:sldMkLst>
        <pc:spChg chg="mod">
          <ac:chgData name="Niels Berglund" userId="6462ffc3c746bb1c" providerId="LiveId" clId="{572CFA61-6849-42BD-B1DA-93EA9D7DCECD}" dt="2025-11-01T10:36:58.235" v="2" actId="14100"/>
          <ac:spMkLst>
            <pc:docMk/>
            <pc:sldMk cId="465395078" sldId="260"/>
            <ac:spMk id="2" creationId="{743A19E7-756A-7C0E-133F-8E72CCBF2918}"/>
          </ac:spMkLst>
        </pc:spChg>
        <pc:spChg chg="add mod">
          <ac:chgData name="Niels Berglund" userId="6462ffc3c746bb1c" providerId="LiveId" clId="{572CFA61-6849-42BD-B1DA-93EA9D7DCECD}" dt="2025-11-01T10:38:02.254" v="6" actId="207"/>
          <ac:spMkLst>
            <pc:docMk/>
            <pc:sldMk cId="465395078" sldId="260"/>
            <ac:spMk id="3" creationId="{98E040C7-2005-0C87-18CD-924FC04A29AE}"/>
          </ac:spMkLst>
        </pc:spChg>
        <pc:spChg chg="add mod">
          <ac:chgData name="Niels Berglund" userId="6462ffc3c746bb1c" providerId="LiveId" clId="{572CFA61-6849-42BD-B1DA-93EA9D7DCECD}" dt="2025-11-01T10:38:59.605" v="12" actId="1076"/>
          <ac:spMkLst>
            <pc:docMk/>
            <pc:sldMk cId="465395078" sldId="260"/>
            <ac:spMk id="4" creationId="{009CA564-304C-2CD2-83DD-50B43C97098E}"/>
          </ac:spMkLst>
        </pc:spChg>
        <pc:spChg chg="add mod">
          <ac:chgData name="Niels Berglund" userId="6462ffc3c746bb1c" providerId="LiveId" clId="{572CFA61-6849-42BD-B1DA-93EA9D7DCECD}" dt="2025-11-01T10:40:29.332" v="23" actId="113"/>
          <ac:spMkLst>
            <pc:docMk/>
            <pc:sldMk cId="465395078" sldId="260"/>
            <ac:spMk id="5" creationId="{3EB7FC8B-7276-D1DC-4BC1-8A6EC6F6E5BE}"/>
          </ac:spMkLst>
        </pc:spChg>
        <pc:picChg chg="add mod ord">
          <ac:chgData name="Niels Berglund" userId="6462ffc3c746bb1c" providerId="LiveId" clId="{572CFA61-6849-42BD-B1DA-93EA9D7DCECD}" dt="2025-11-01T12:46:14.663" v="733" actId="167"/>
          <ac:picMkLst>
            <pc:docMk/>
            <pc:sldMk cId="465395078" sldId="260"/>
            <ac:picMk id="13" creationId="{8A60DB75-7D4D-CCA9-0F97-4E02706F38DD}"/>
          </ac:picMkLst>
        </pc:picChg>
      </pc:sldChg>
      <pc:sldChg chg="addSp delSp modSp add mod modAnim">
        <pc:chgData name="Niels Berglund" userId="6462ffc3c746bb1c" providerId="LiveId" clId="{572CFA61-6849-42BD-B1DA-93EA9D7DCECD}" dt="2025-11-01T13:29:03.128" v="1240"/>
        <pc:sldMkLst>
          <pc:docMk/>
          <pc:sldMk cId="465671313" sldId="261"/>
        </pc:sldMkLst>
        <pc:spChg chg="mod">
          <ac:chgData name="Niels Berglund" userId="6462ffc3c746bb1c" providerId="LiveId" clId="{572CFA61-6849-42BD-B1DA-93EA9D7DCECD}" dt="2025-11-01T11:06:39.533" v="129" actId="1076"/>
          <ac:spMkLst>
            <pc:docMk/>
            <pc:sldMk cId="465671313" sldId="261"/>
            <ac:spMk id="2" creationId="{195AE836-9AC2-48E7-A742-F2B5DC96B48E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18" creationId="{BD0DB91F-518E-F99D-6EB8-BA0CFBC9B793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19" creationId="{8D63A31B-48C0-A882-CD96-D8355808060A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20" creationId="{DEF1A8BE-591A-3660-374B-F6FEE56F76B3}"/>
          </ac:spMkLst>
        </pc:spChg>
        <pc:spChg chg="add mod">
          <ac:chgData name="Niels Berglund" userId="6462ffc3c746bb1c" providerId="LiveId" clId="{572CFA61-6849-42BD-B1DA-93EA9D7DCECD}" dt="2025-11-01T11:07:20.833" v="133" actId="164"/>
          <ac:spMkLst>
            <pc:docMk/>
            <pc:sldMk cId="465671313" sldId="261"/>
            <ac:spMk id="21" creationId="{81D35457-CCCC-CEE9-6167-6F3F6B845DA6}"/>
          </ac:spMkLst>
        </pc:spChg>
        <pc:spChg chg="add mod">
          <ac:chgData name="Niels Berglund" userId="6462ffc3c746bb1c" providerId="LiveId" clId="{572CFA61-6849-42BD-B1DA-93EA9D7DCECD}" dt="2025-11-01T11:07:20.833" v="133" actId="164"/>
          <ac:spMkLst>
            <pc:docMk/>
            <pc:sldMk cId="465671313" sldId="261"/>
            <ac:spMk id="22" creationId="{AB274DB5-2D33-D81F-3612-05D5DCE99383}"/>
          </ac:spMkLst>
        </pc:spChg>
        <pc:spChg chg="mod">
          <ac:chgData name="Niels Berglund" userId="6462ffc3c746bb1c" providerId="LiveId" clId="{572CFA61-6849-42BD-B1DA-93EA9D7DCECD}" dt="2025-11-01T11:07:40.601" v="135"/>
          <ac:spMkLst>
            <pc:docMk/>
            <pc:sldMk cId="465671313" sldId="261"/>
            <ac:spMk id="25" creationId="{9BA15B20-59C2-966F-A40F-7C44D7821D30}"/>
          </ac:spMkLst>
        </pc:spChg>
        <pc:spChg chg="mod">
          <ac:chgData name="Niels Berglund" userId="6462ffc3c746bb1c" providerId="LiveId" clId="{572CFA61-6849-42BD-B1DA-93EA9D7DCECD}" dt="2025-11-01T11:07:40.601" v="135"/>
          <ac:spMkLst>
            <pc:docMk/>
            <pc:sldMk cId="465671313" sldId="261"/>
            <ac:spMk id="26" creationId="{1AE6083F-522A-96DA-FA8F-CA042896CDF5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27" creationId="{6EA1E217-E4B9-22E0-B81A-CCCA368778E2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28" creationId="{E70F7C17-6BB7-60B3-99D4-7EB900DC3447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29" creationId="{967E8E5C-2DAF-A955-A1E3-12D83A946F03}"/>
          </ac:spMkLst>
        </pc:spChg>
        <pc:spChg chg="add mod">
          <ac:chgData name="Niels Berglund" userId="6462ffc3c746bb1c" providerId="LiveId" clId="{572CFA61-6849-42BD-B1DA-93EA9D7DCECD}" dt="2025-11-01T12:47:16.830" v="739" actId="1076"/>
          <ac:spMkLst>
            <pc:docMk/>
            <pc:sldMk cId="465671313" sldId="261"/>
            <ac:spMk id="30" creationId="{2136E74F-A4D5-39CF-C90C-E5D9F2005789}"/>
          </ac:spMkLst>
        </pc:spChg>
        <pc:grpChg chg="add mod">
          <ac:chgData name="Niels Berglund" userId="6462ffc3c746bb1c" providerId="LiveId" clId="{572CFA61-6849-42BD-B1DA-93EA9D7DCECD}" dt="2025-11-01T12:47:16.830" v="739" actId="1076"/>
          <ac:grpSpMkLst>
            <pc:docMk/>
            <pc:sldMk cId="465671313" sldId="261"/>
            <ac:grpSpMk id="23" creationId="{85DABE07-599E-475F-15CF-8A3EDBE5455D}"/>
          </ac:grpSpMkLst>
        </pc:grpChg>
        <pc:grpChg chg="add mod">
          <ac:chgData name="Niels Berglund" userId="6462ffc3c746bb1c" providerId="LiveId" clId="{572CFA61-6849-42BD-B1DA-93EA9D7DCECD}" dt="2025-11-01T12:47:16.830" v="739" actId="1076"/>
          <ac:grpSpMkLst>
            <pc:docMk/>
            <pc:sldMk cId="465671313" sldId="261"/>
            <ac:grpSpMk id="24" creationId="{5710D682-711F-171E-5A51-E15F8285E3B4}"/>
          </ac:grpSpMkLst>
        </pc:grpChg>
        <pc:picChg chg="add mod ord">
          <ac:chgData name="Niels Berglund" userId="6462ffc3c746bb1c" providerId="LiveId" clId="{572CFA61-6849-42BD-B1DA-93EA9D7DCECD}" dt="2025-11-01T13:23:06.265" v="1211" actId="167"/>
          <ac:picMkLst>
            <pc:docMk/>
            <pc:sldMk cId="465671313" sldId="261"/>
            <ac:picMk id="39" creationId="{7A233E10-473C-475C-18F1-9C069728508B}"/>
          </ac:picMkLst>
        </pc:picChg>
        <pc:cxnChg chg="add mod">
          <ac:chgData name="Niels Berglund" userId="6462ffc3c746bb1c" providerId="LiveId" clId="{572CFA61-6849-42BD-B1DA-93EA9D7DCECD}" dt="2025-11-01T11:18:23.911" v="197" actId="692"/>
          <ac:cxnSpMkLst>
            <pc:docMk/>
            <pc:sldMk cId="465671313" sldId="261"/>
            <ac:cxnSpMk id="32" creationId="{577ABAE9-6A08-D012-B271-EB396AE85EE2}"/>
          </ac:cxnSpMkLst>
        </pc:cxnChg>
        <pc:cxnChg chg="add mod">
          <ac:chgData name="Niels Berglund" userId="6462ffc3c746bb1c" providerId="LiveId" clId="{572CFA61-6849-42BD-B1DA-93EA9D7DCECD}" dt="2025-11-01T12:47:16.830" v="739" actId="1076"/>
          <ac:cxnSpMkLst>
            <pc:docMk/>
            <pc:sldMk cId="465671313" sldId="261"/>
            <ac:cxnSpMk id="33" creationId="{BCCE9D13-4681-9C6D-F583-90B37EB411E9}"/>
          </ac:cxnSpMkLst>
        </pc:cxnChg>
        <pc:cxnChg chg="add mod">
          <ac:chgData name="Niels Berglund" userId="6462ffc3c746bb1c" providerId="LiveId" clId="{572CFA61-6849-42BD-B1DA-93EA9D7DCECD}" dt="2025-11-01T11:18:59.292" v="203" actId="14100"/>
          <ac:cxnSpMkLst>
            <pc:docMk/>
            <pc:sldMk cId="465671313" sldId="261"/>
            <ac:cxnSpMk id="35" creationId="{2FBE76F3-7880-42B4-8F6A-3C01E43035B5}"/>
          </ac:cxnSpMkLst>
        </pc:cxnChg>
        <pc:cxnChg chg="add mod">
          <ac:chgData name="Niels Berglund" userId="6462ffc3c746bb1c" providerId="LiveId" clId="{572CFA61-6849-42BD-B1DA-93EA9D7DCECD}" dt="2025-11-01T11:19:08.662" v="205" actId="1076"/>
          <ac:cxnSpMkLst>
            <pc:docMk/>
            <pc:sldMk cId="465671313" sldId="261"/>
            <ac:cxnSpMk id="37" creationId="{BEF51562-C519-8ACB-3CF0-ACA040FAFDDD}"/>
          </ac:cxnSpMkLst>
        </pc:cxnChg>
      </pc:sldChg>
      <pc:sldChg chg="addSp delSp modSp add mod">
        <pc:chgData name="Niels Berglund" userId="6462ffc3c746bb1c" providerId="LiveId" clId="{572CFA61-6849-42BD-B1DA-93EA9D7DCECD}" dt="2025-11-01T12:48:13.061" v="743" actId="167"/>
        <pc:sldMkLst>
          <pc:docMk/>
          <pc:sldMk cId="2839801116" sldId="262"/>
        </pc:sldMkLst>
        <pc:spChg chg="mod">
          <ac:chgData name="Niels Berglund" userId="6462ffc3c746bb1c" providerId="LiveId" clId="{572CFA61-6849-42BD-B1DA-93EA9D7DCECD}" dt="2025-11-01T11:21:08.199" v="239" actId="20577"/>
          <ac:spMkLst>
            <pc:docMk/>
            <pc:sldMk cId="2839801116" sldId="262"/>
            <ac:spMk id="2" creationId="{8A20AAF8-CCFF-3109-3C19-47166D30559F}"/>
          </ac:spMkLst>
        </pc:spChg>
        <pc:spChg chg="mod">
          <ac:chgData name="Niels Berglund" userId="6462ffc3c746bb1c" providerId="LiveId" clId="{572CFA61-6849-42BD-B1DA-93EA9D7DCECD}" dt="2025-11-01T11:35:03.235" v="308" actId="20577"/>
          <ac:spMkLst>
            <pc:docMk/>
            <pc:sldMk cId="2839801116" sldId="262"/>
            <ac:spMk id="7" creationId="{BFC21551-8FAA-233C-0913-C73F209D0C3F}"/>
          </ac:spMkLst>
        </pc:spChg>
        <pc:picChg chg="add mod ord">
          <ac:chgData name="Niels Berglund" userId="6462ffc3c746bb1c" providerId="LiveId" clId="{572CFA61-6849-42BD-B1DA-93EA9D7DCECD}" dt="2025-11-01T12:48:13.061" v="743" actId="167"/>
          <ac:picMkLst>
            <pc:docMk/>
            <pc:sldMk cId="2839801116" sldId="262"/>
            <ac:picMk id="8" creationId="{524B3845-D817-BBA5-70C3-AE072C416E6F}"/>
          </ac:picMkLst>
        </pc:picChg>
      </pc:sldChg>
      <pc:sldChg chg="addSp modSp add mod modClrScheme chgLayout">
        <pc:chgData name="Niels Berglund" userId="6462ffc3c746bb1c" providerId="LiveId" clId="{572CFA61-6849-42BD-B1DA-93EA9D7DCECD}" dt="2025-11-01T12:51:11.686" v="749" actId="167"/>
        <pc:sldMkLst>
          <pc:docMk/>
          <pc:sldMk cId="156162954" sldId="263"/>
        </pc:sldMkLst>
        <pc:spChg chg="mod ord">
          <ac:chgData name="Niels Berglund" userId="6462ffc3c746bb1c" providerId="LiveId" clId="{572CFA61-6849-42BD-B1DA-93EA9D7DCECD}" dt="2025-11-01T11:33:43.702" v="298" actId="700"/>
          <ac:spMkLst>
            <pc:docMk/>
            <pc:sldMk cId="156162954" sldId="263"/>
            <ac:spMk id="2" creationId="{AA962FA7-9597-C5F1-7AC4-29096238F49D}"/>
          </ac:spMkLst>
        </pc:spChg>
        <pc:spChg chg="mod ord">
          <ac:chgData name="Niels Berglund" userId="6462ffc3c746bb1c" providerId="LiveId" clId="{572CFA61-6849-42BD-B1DA-93EA9D7DCECD}" dt="2025-11-01T11:33:43.702" v="298" actId="700"/>
          <ac:spMkLst>
            <pc:docMk/>
            <pc:sldMk cId="156162954" sldId="263"/>
            <ac:spMk id="6" creationId="{FE134E6C-EE25-5348-6D15-BCC92A1800C6}"/>
          </ac:spMkLst>
        </pc:spChg>
        <pc:spChg chg="mod ord">
          <ac:chgData name="Niels Berglund" userId="6462ffc3c746bb1c" providerId="LiveId" clId="{572CFA61-6849-42BD-B1DA-93EA9D7DCECD}" dt="2025-11-01T11:45:52.991" v="342" actId="2710"/>
          <ac:spMkLst>
            <pc:docMk/>
            <pc:sldMk cId="156162954" sldId="263"/>
            <ac:spMk id="7" creationId="{D76E6151-9CDE-A6AD-7213-E14A2B18D582}"/>
          </ac:spMkLst>
        </pc:spChg>
        <pc:picChg chg="add mod ord">
          <ac:chgData name="Niels Berglund" userId="6462ffc3c746bb1c" providerId="LiveId" clId="{572CFA61-6849-42BD-B1DA-93EA9D7DCECD}" dt="2025-11-01T12:51:11.686" v="749" actId="167"/>
          <ac:picMkLst>
            <pc:docMk/>
            <pc:sldMk cId="156162954" sldId="263"/>
            <ac:picMk id="5" creationId="{8BC4390C-0843-A325-1D15-D80E7481A368}"/>
          </ac:picMkLst>
        </pc:picChg>
      </pc:sldChg>
      <pc:sldChg chg="addSp delSp modSp add mod">
        <pc:chgData name="Niels Berglund" userId="6462ffc3c746bb1c" providerId="LiveId" clId="{572CFA61-6849-42BD-B1DA-93EA9D7DCECD}" dt="2025-11-01T12:51:21.685" v="753" actId="167"/>
        <pc:sldMkLst>
          <pc:docMk/>
          <pc:sldMk cId="2328144897" sldId="264"/>
        </pc:sldMkLst>
        <pc:spChg chg="mod">
          <ac:chgData name="Niels Berglund" userId="6462ffc3c746bb1c" providerId="LiveId" clId="{572CFA61-6849-42BD-B1DA-93EA9D7DCECD}" dt="2025-11-01T11:46:54.875" v="365" actId="20577"/>
          <ac:spMkLst>
            <pc:docMk/>
            <pc:sldMk cId="2328144897" sldId="264"/>
            <ac:spMk id="2" creationId="{D535998D-4277-DE5E-EABF-6DE51048015D}"/>
          </ac:spMkLst>
        </pc:spChg>
        <pc:spChg chg="add mod">
          <ac:chgData name="Niels Berglund" userId="6462ffc3c746bb1c" providerId="LiveId" clId="{572CFA61-6849-42BD-B1DA-93EA9D7DCECD}" dt="2025-11-01T12:05:10.944" v="626" actId="207"/>
          <ac:spMkLst>
            <pc:docMk/>
            <pc:sldMk cId="2328144897" sldId="264"/>
            <ac:spMk id="5" creationId="{AC9B4D44-2D85-B13A-CE4D-5E7B47B70B46}"/>
          </ac:spMkLst>
        </pc:spChg>
        <pc:spChg chg="add mod">
          <ac:chgData name="Niels Berglund" userId="6462ffc3c746bb1c" providerId="LiveId" clId="{572CFA61-6849-42BD-B1DA-93EA9D7DCECD}" dt="2025-11-01T12:05:10.944" v="626" actId="207"/>
          <ac:spMkLst>
            <pc:docMk/>
            <pc:sldMk cId="2328144897" sldId="264"/>
            <ac:spMk id="7" creationId="{C29DC265-E4B4-7C3A-8554-A09D8035BA56}"/>
          </ac:spMkLst>
        </pc:spChg>
        <pc:spChg chg="add mod">
          <ac:chgData name="Niels Berglund" userId="6462ffc3c746bb1c" providerId="LiveId" clId="{572CFA61-6849-42BD-B1DA-93EA9D7DCECD}" dt="2025-11-01T12:05:10.944" v="626" actId="207"/>
          <ac:spMkLst>
            <pc:docMk/>
            <pc:sldMk cId="2328144897" sldId="264"/>
            <ac:spMk id="8" creationId="{4621B28D-C0E6-9999-8137-CE577A140E5E}"/>
          </ac:spMkLst>
        </pc:spChg>
        <pc:picChg chg="add mod ord">
          <ac:chgData name="Niels Berglund" userId="6462ffc3c746bb1c" providerId="LiveId" clId="{572CFA61-6849-42BD-B1DA-93EA9D7DCECD}" dt="2025-11-01T12:51:21.685" v="753" actId="167"/>
          <ac:picMkLst>
            <pc:docMk/>
            <pc:sldMk cId="2328144897" sldId="264"/>
            <ac:picMk id="13" creationId="{42BE72AD-CAB0-8545-8CEB-E663801DA230}"/>
          </ac:picMkLst>
        </pc:picChg>
        <pc:cxnChg chg="add mod">
          <ac:chgData name="Niels Berglund" userId="6462ffc3c746bb1c" providerId="LiveId" clId="{572CFA61-6849-42BD-B1DA-93EA9D7DCECD}" dt="2025-11-01T12:04:22.426" v="620" actId="692"/>
          <ac:cxnSpMkLst>
            <pc:docMk/>
            <pc:sldMk cId="2328144897" sldId="264"/>
            <ac:cxnSpMk id="10" creationId="{99FC591E-6F09-C5CA-59AD-530D032DD6A8}"/>
          </ac:cxnSpMkLst>
        </pc:cxnChg>
        <pc:cxnChg chg="add mod">
          <ac:chgData name="Niels Berglund" userId="6462ffc3c746bb1c" providerId="LiveId" clId="{572CFA61-6849-42BD-B1DA-93EA9D7DCECD}" dt="2025-11-01T12:04:38.960" v="622" actId="1076"/>
          <ac:cxnSpMkLst>
            <pc:docMk/>
            <pc:sldMk cId="2328144897" sldId="264"/>
            <ac:cxnSpMk id="11" creationId="{BB15B4B5-0784-70AC-E43D-3C46EF6FDBB1}"/>
          </ac:cxnSpMkLst>
        </pc:cxnChg>
      </pc:sldChg>
      <pc:sldChg chg="addSp delSp modSp new mod modClrScheme chgLayout">
        <pc:chgData name="Niels Berglund" userId="6462ffc3c746bb1c" providerId="LiveId" clId="{572CFA61-6849-42BD-B1DA-93EA9D7DCECD}" dt="2025-11-01T12:51:33.672" v="757" actId="167"/>
        <pc:sldMkLst>
          <pc:docMk/>
          <pc:sldMk cId="1280766974" sldId="265"/>
        </pc:sldMkLst>
        <pc:spChg chg="add mod ord">
          <ac:chgData name="Niels Berglund" userId="6462ffc3c746bb1c" providerId="LiveId" clId="{572CFA61-6849-42BD-B1DA-93EA9D7DCECD}" dt="2025-11-01T12:26:27.179" v="660" actId="20577"/>
          <ac:spMkLst>
            <pc:docMk/>
            <pc:sldMk cId="1280766974" sldId="265"/>
            <ac:spMk id="7" creationId="{9B3C7BF3-1368-7A69-7C0A-26B3B82B956B}"/>
          </ac:spMkLst>
        </pc:spChg>
        <pc:spChg chg="add mod ord">
          <ac:chgData name="Niels Berglund" userId="6462ffc3c746bb1c" providerId="LiveId" clId="{572CFA61-6849-42BD-B1DA-93EA9D7DCECD}" dt="2025-11-01T12:28:33.093" v="662" actId="2711"/>
          <ac:spMkLst>
            <pc:docMk/>
            <pc:sldMk cId="1280766974" sldId="265"/>
            <ac:spMk id="8" creationId="{3A9E5E13-5CC3-B50A-A29F-C1991B343B11}"/>
          </ac:spMkLst>
        </pc:spChg>
        <pc:picChg chg="add mod ord">
          <ac:chgData name="Niels Berglund" userId="6462ffc3c746bb1c" providerId="LiveId" clId="{572CFA61-6849-42BD-B1DA-93EA9D7DCECD}" dt="2025-11-01T12:51:33.672" v="757" actId="167"/>
          <ac:picMkLst>
            <pc:docMk/>
            <pc:sldMk cId="1280766974" sldId="265"/>
            <ac:picMk id="10" creationId="{95C15A5C-51F5-1D24-B63C-CF7C3ECD1D8B}"/>
          </ac:picMkLst>
        </pc:picChg>
      </pc:sldChg>
      <pc:sldChg chg="modSp add mod">
        <pc:chgData name="Niels Berglund" userId="6462ffc3c746bb1c" providerId="LiveId" clId="{572CFA61-6849-42BD-B1DA-93EA9D7DCECD}" dt="2025-11-20T10:33:18.017" v="1247" actId="20577"/>
        <pc:sldMkLst>
          <pc:docMk/>
          <pc:sldMk cId="1006093960" sldId="266"/>
        </pc:sldMkLst>
        <pc:spChg chg="mod">
          <ac:chgData name="Niels Berglund" userId="6462ffc3c746bb1c" providerId="LiveId" clId="{572CFA61-6849-42BD-B1DA-93EA9D7DCECD}" dt="2025-11-01T12:57:17.616" v="784" actId="20577"/>
          <ac:spMkLst>
            <pc:docMk/>
            <pc:sldMk cId="1006093960" sldId="266"/>
            <ac:spMk id="7" creationId="{F4DD4E89-EA22-FCFA-C850-2A57E1B75A8F}"/>
          </ac:spMkLst>
        </pc:spChg>
        <pc:spChg chg="mod">
          <ac:chgData name="Niels Berglund" userId="6462ffc3c746bb1c" providerId="LiveId" clId="{572CFA61-6849-42BD-B1DA-93EA9D7DCECD}" dt="2025-11-20T10:33:18.017" v="1247" actId="20577"/>
          <ac:spMkLst>
            <pc:docMk/>
            <pc:sldMk cId="1006093960" sldId="266"/>
            <ac:spMk id="8" creationId="{5913A615-D061-3423-AD6B-E1B21F3E6802}"/>
          </ac:spMkLst>
        </pc:spChg>
      </pc:sldChg>
      <pc:sldChg chg="modSp add mod">
        <pc:chgData name="Niels Berglund" userId="6462ffc3c746bb1c" providerId="LiveId" clId="{572CFA61-6849-42BD-B1DA-93EA9D7DCECD}" dt="2025-11-20T10:33:49.792" v="1251" actId="20577"/>
        <pc:sldMkLst>
          <pc:docMk/>
          <pc:sldMk cId="441496072" sldId="267"/>
        </pc:sldMkLst>
        <pc:spChg chg="mod">
          <ac:chgData name="Niels Berglund" userId="6462ffc3c746bb1c" providerId="LiveId" clId="{572CFA61-6849-42BD-B1DA-93EA9D7DCECD}" dt="2025-11-01T13:10:00.291" v="962" actId="20577"/>
          <ac:spMkLst>
            <pc:docMk/>
            <pc:sldMk cId="441496072" sldId="267"/>
            <ac:spMk id="7" creationId="{488B350B-417D-30AF-6B68-C8DA77D04CC5}"/>
          </ac:spMkLst>
        </pc:spChg>
        <pc:spChg chg="mod">
          <ac:chgData name="Niels Berglund" userId="6462ffc3c746bb1c" providerId="LiveId" clId="{572CFA61-6849-42BD-B1DA-93EA9D7DCECD}" dt="2025-11-20T10:33:49.792" v="1251" actId="20577"/>
          <ac:spMkLst>
            <pc:docMk/>
            <pc:sldMk cId="441496072" sldId="267"/>
            <ac:spMk id="8" creationId="{C39D530C-03CA-731A-5739-31F26DAFE8E0}"/>
          </ac:spMkLst>
        </pc:spChg>
      </pc:sldChg>
      <pc:sldChg chg="addSp delSp modSp add mod">
        <pc:chgData name="Niels Berglund" userId="6462ffc3c746bb1c" providerId="LiveId" clId="{572CFA61-6849-42BD-B1DA-93EA9D7DCECD}" dt="2025-11-20T10:29:23.108" v="1243" actId="14100"/>
        <pc:sldMkLst>
          <pc:docMk/>
          <pc:sldMk cId="1644626494" sldId="342"/>
        </pc:sldMkLst>
        <pc:spChg chg="mod">
          <ac:chgData name="Niels Berglund" userId="6462ffc3c746bb1c" providerId="LiveId" clId="{572CFA61-6849-42BD-B1DA-93EA9D7DCECD}" dt="2025-11-20T10:29:18.222" v="1241" actId="1076"/>
          <ac:spMkLst>
            <pc:docMk/>
            <pc:sldMk cId="1644626494" sldId="342"/>
            <ac:spMk id="12" creationId="{8F076618-70B8-1760-E301-2A8DE85CC216}"/>
          </ac:spMkLst>
        </pc:spChg>
        <pc:spChg chg="mod">
          <ac:chgData name="Niels Berglund" userId="6462ffc3c746bb1c" providerId="LiveId" clId="{572CFA61-6849-42BD-B1DA-93EA9D7DCECD}" dt="2025-11-01T13:18:10.248" v="1204" actId="207"/>
          <ac:spMkLst>
            <pc:docMk/>
            <pc:sldMk cId="1644626494" sldId="342"/>
            <ac:spMk id="18" creationId="{4EE5CCFA-2CF9-A362-D6F0-7147937F805A}"/>
          </ac:spMkLst>
        </pc:spChg>
        <pc:picChg chg="add mod ord">
          <ac:chgData name="Niels Berglund" userId="6462ffc3c746bb1c" providerId="LiveId" clId="{572CFA61-6849-42BD-B1DA-93EA9D7DCECD}" dt="2025-11-20T10:29:23.108" v="1243" actId="14100"/>
          <ac:picMkLst>
            <pc:docMk/>
            <pc:sldMk cId="1644626494" sldId="342"/>
            <ac:picMk id="4" creationId="{A904B263-900C-1311-F9D8-A3509CE735C3}"/>
          </ac:picMkLst>
        </pc:picChg>
      </pc:sldChg>
      <pc:sldChg chg="addSp delSp modSp add mod">
        <pc:chgData name="Niels Berglund" userId="6462ffc3c746bb1c" providerId="LiveId" clId="{572CFA61-6849-42BD-B1DA-93EA9D7DCECD}" dt="2025-11-01T13:15:33.332" v="1193" actId="1076"/>
        <pc:sldMkLst>
          <pc:docMk/>
          <pc:sldMk cId="2724713371" sldId="348"/>
        </pc:sldMkLst>
        <pc:spChg chg="mod">
          <ac:chgData name="Niels Berglund" userId="6462ffc3c746bb1c" providerId="LiveId" clId="{572CFA61-6849-42BD-B1DA-93EA9D7DCECD}" dt="2025-11-01T13:15:26.685" v="1191" actId="207"/>
          <ac:spMkLst>
            <pc:docMk/>
            <pc:sldMk cId="2724713371" sldId="348"/>
            <ac:spMk id="8" creationId="{799ED1A9-355E-6AD9-5D40-7AC64C8BC6F0}"/>
          </ac:spMkLst>
        </pc:spChg>
        <pc:spChg chg="mod">
          <ac:chgData name="Niels Berglund" userId="6462ffc3c746bb1c" providerId="LiveId" clId="{572CFA61-6849-42BD-B1DA-93EA9D7DCECD}" dt="2025-11-01T13:15:32.505" v="1192" actId="207"/>
          <ac:spMkLst>
            <pc:docMk/>
            <pc:sldMk cId="2724713371" sldId="348"/>
            <ac:spMk id="9" creationId="{A3585BD4-A4EA-302D-A762-84ACEA203E74}"/>
          </ac:spMkLst>
        </pc:spChg>
        <pc:picChg chg="add mod ord">
          <ac:chgData name="Niels Berglund" userId="6462ffc3c746bb1c" providerId="LiveId" clId="{572CFA61-6849-42BD-B1DA-93EA9D7DCECD}" dt="2025-11-01T13:15:33.332" v="1193" actId="1076"/>
          <ac:picMkLst>
            <pc:docMk/>
            <pc:sldMk cId="2724713371" sldId="348"/>
            <ac:picMk id="4" creationId="{A5E4C2C9-AB34-044F-23A1-EC4904528A6B}"/>
          </ac:picMkLst>
        </pc:picChg>
      </pc:sldChg>
      <pc:sldChg chg="addSp delSp modSp new mod">
        <pc:chgData name="Niels Berglund" userId="6462ffc3c746bb1c" providerId="LiveId" clId="{572CFA61-6849-42BD-B1DA-93EA9D7DCECD}" dt="2025-11-21T06:17:57.849" v="1257" actId="14100"/>
        <pc:sldMkLst>
          <pc:docMk/>
          <pc:sldMk cId="2813410835" sldId="349"/>
        </pc:sldMkLst>
        <pc:spChg chg="del">
          <ac:chgData name="Niels Berglund" userId="6462ffc3c746bb1c" providerId="LiveId" clId="{572CFA61-6849-42BD-B1DA-93EA9D7DCECD}" dt="2025-11-21T06:17:51.495" v="1253"/>
          <ac:spMkLst>
            <pc:docMk/>
            <pc:sldMk cId="2813410835" sldId="349"/>
            <ac:spMk id="3" creationId="{3DCE38C8-386F-222A-DF62-203BBB19EC52}"/>
          </ac:spMkLst>
        </pc:spChg>
        <pc:picChg chg="add mod">
          <ac:chgData name="Niels Berglund" userId="6462ffc3c746bb1c" providerId="LiveId" clId="{572CFA61-6849-42BD-B1DA-93EA9D7DCECD}" dt="2025-11-21T06:17:57.849" v="1257" actId="14100"/>
          <ac:picMkLst>
            <pc:docMk/>
            <pc:sldMk cId="2813410835" sldId="349"/>
            <ac:picMk id="5" creationId="{66609B0F-81B9-A35C-20AB-5CB38BBEA82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FF5A2-7221-4D0A-BA7E-3E97D457CE20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B3EF4-88E8-4C44-ACD9-4A29BA467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9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world as we know it began on this date. What happened then?</a:t>
            </a:r>
          </a:p>
          <a:p>
            <a:endParaRPr lang="en-US"/>
          </a:p>
          <a:p>
            <a:r>
              <a:rPr lang="en-US"/>
              <a:t>ChatGPT was released, and the world became aware of </a:t>
            </a:r>
            <a:r>
              <a:rPr lang="en-US" err="1"/>
              <a:t>GenAI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609DCD-38B9-4CAA-A10D-406D26B56706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4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9A2A3E-F56C-412F-A3CB-21E0F8FB2F5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608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D76C-3F08-3293-CC27-870468DEC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F6354-0840-0240-3CC2-A5774F16F6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39357-F844-79A8-F619-049C3E6F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F541E-908E-84E3-1B23-2E1EA1EC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F5A0-E079-599F-5D5A-6A215F87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76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95DB1-C320-A9A7-5C51-D650FF78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25B6-101D-F7B1-F671-D879409B1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E941C-4ECB-6E6C-4F56-06906DF4A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08C39-197A-7E2F-9C94-DDEB7E99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8CD6B-49AA-C8FC-1D01-941D3D716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5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F61CC-9BA6-BDA8-7A13-18B205E0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7213C-0765-7356-7007-8519BD7A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FF51E-7107-AEF2-7C20-834911A0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CDE3C-4FD8-FC6A-1F6C-DB9FC256E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C64B1-1D3B-1A2D-C036-CB5078E9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1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8731-3000-DA58-FD3B-C38205E5E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C8B97-DF00-BA9D-9142-B12DBEF47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038C5B-E566-667D-9E8C-B8E342F5E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9F9DE-1BEA-3724-DE7A-FEAEFA0F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9F944-9AC3-BBE0-D964-2A004449C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20FB8-ECD8-0D99-68F3-5E669C33F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4530-6EDD-0462-AD32-F55E9BA2A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E745C-12D6-0A7B-4B3F-032F47C63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21512B-18E8-EFCB-2C54-5F86F7806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1F107B-E016-E774-AAB9-A01FA922B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B891E2-C0FA-1FD0-D165-F1326ED5B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37402D-591F-EEA8-8032-624A2005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F9049-598E-F21F-4729-7B6AEA80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F866C-6C35-1A9F-2587-E90696E89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4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7C1D-C0AB-4705-3827-1C1C390AC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4F5A9-41FD-F3B4-FF6B-013A788E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38161-87F5-BFD8-8832-E4CA86F1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1CC66-8A7F-82E6-FE50-36E9DF9E9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55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9BAB1-3993-DAC8-D1DA-C31783173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EE2E0-9785-C5A8-86D2-2C8EF1EB6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C69EC-9A62-8AF2-76C4-0D7FF973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5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9B4C-69AF-F7EE-529B-86B4D2A9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0BA44-6243-4FF1-40BA-933C5C2BD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C65238-82A6-1D8D-E690-EA59612E1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F6C12-DBA8-FE51-6591-F7FDCC60A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5FE1-77A4-3C55-E21F-B56F47D4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FDAAE-A508-E442-AF77-0055C14F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4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CD84-2162-620B-9DC6-44F1BB9B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8577B-D0CE-5C76-75F6-6047DA504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8AB3F-F7E7-04F0-F89D-8A26F3321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7CC2D-AB93-6CA4-31E5-707CA13DC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72957-15B5-B25E-4241-393958609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12A36F-59DF-D04B-5324-8DE9E32A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3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DA25E-EF28-5737-4160-2E6B3727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4C42C-D68A-5E01-8097-ED34435F9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20583-C8F2-7FE0-2751-86BC4E20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1E397-377B-A794-060B-AF4B604F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05EA4-780D-470C-CCC1-CC8CABB2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236493-0EFB-EA65-E70B-FFBBE9A9A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EFF91A-D832-9BDE-2C77-86B5B8FF9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C7492-BEE7-C02D-A0CF-DF1882A9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4E827-2A2B-94CC-29C8-DC37151F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8D489-2179-B5A6-8429-7D21F383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4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E581-F694-06F8-7B20-E89E956B5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882781-563D-169A-2C2E-A43CC87DD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2E662-7E20-5B84-69D0-A84E725E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52072-1E4D-CAF1-49A1-0786A7C6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616FB-6D8B-1CF0-C331-06557DC4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36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B449-78E8-EF19-CA64-2C37C84D5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16A1A-C6B1-064D-629F-10F9325CF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57F5D-0846-72C4-FD43-9BBCEEFB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F36A5-FB43-09AD-0A52-FC16F99B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BE11D-9AC7-E7DB-41C2-654FA8EF6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01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E033-B1CB-9760-2147-F03735070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1E7DF-6870-5CA3-7370-A40A51D36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A86A8-FCF7-DA0E-081A-874BD002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F4D99-0089-9002-4A16-9A45F7B7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C23B9-621E-AEC4-A1CA-B6F91169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57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60D82-79A4-0B25-6DF9-3D95684C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20757-9153-C92D-C344-2F0B7205BE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26FFF-1101-8541-727F-01376FD09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39EBB-302E-859E-6456-136F2244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EFCCB-AE50-F9F7-8386-BD14EBF3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82A78-E80A-55D7-9324-924BF0CD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19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2F572-A3A3-E0BD-E929-C119F7F5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070B-51D0-56BD-C8EA-85B4DD07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65657A-D65C-7A3F-9455-4AF7D4A75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029E49-E26D-9404-653D-C1D900605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2E491-AAC0-3A3D-3BCA-439F9FA51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80895-F7C0-6F62-515C-FEC4F763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74E58-0FAB-1804-A3B3-F56878A65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94DC9-2A1F-FC62-10E4-D234875A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95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8707-65BB-6201-7F8B-0AD20177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7FADE-63C2-1A5A-2BD3-55BA9C233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CBC98-36BC-7295-9F6A-F7FF7972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78E4BC-4EC4-7DD7-0B3D-C2457EED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7812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5B4E1C-4949-33CB-0589-DA3700FA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8C83C6-6042-3996-B530-A95F25C3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679F7-2636-0714-9251-4FBC0697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17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11C47-B689-0493-F4FA-2023011CB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EBF45-3322-EA86-35F0-C310138BC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0178FE-81DB-7F56-8875-141FB71F4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4CAA9-ADD3-A27F-220A-CA334BEA2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2A5E3-2187-260C-AA3E-263565985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D042E-C33C-6D20-B962-D9A35DF2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171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B2A1-571E-BD3D-8B38-FABD56C6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FE74C-A4B1-5F52-454B-83AB0F52F6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3F5C6-D0A7-4C7E-F341-0E0DAAC6E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DD0CE-D34E-BDC0-7065-70F1962B8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F67885-647B-3079-8E85-363EE575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6BF91-451A-0108-9EBD-DF9A81811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117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A9457-4E5D-9597-4623-BBD5FB77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B3619-0266-2264-9874-7CED2E07D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03265-1121-5292-6225-C6264928C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5C562-DC46-85EA-DF44-02A3DA7E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48158-FDEC-60AB-E2BC-E54E4962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67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0A88D-8508-C50D-1FFC-FA83E37E9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3C8B90-1FF1-12EE-8854-9B715234F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56110-EBA5-2271-B3BB-B03E8BD4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58927-8AD4-C13A-382B-C4BD3F22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5CCB3-8F82-9B15-9A7B-FEDF2935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75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9511"/>
            <a:ext cx="11271250" cy="89966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13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DCC5B-AE94-C562-AB0B-A320CBDA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AC4E2-9604-B64D-57B2-6F9F8EF9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01663-0C8B-C4E2-C4F2-4F9637DBA2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46FF3-5801-4186-ADA5-4C3C17C77B4C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A5331-5C49-3206-621A-543C7B670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10E2E-DCF4-C263-60B0-2F34644B1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F192F-64D5-4FE4-9418-88DAA63E3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1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F2420-017F-5084-F06B-417996AD4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884D2-12DD-AF1F-9CD3-8373CAD8D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C88AA-E47E-471A-3ABF-7E4D31FC88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7EF3B-1460-4EE6-BB1F-95D983DE5504}" type="datetimeFigureOut">
              <a:rPr lang="en-US" smtClean="0"/>
              <a:t>2025-11-21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BE164-DDE3-D642-F40A-45A3DDF28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3915C-3858-3B10-6604-382DA29B8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9D9A8-2F74-46B8-BC58-D20E408B1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571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</a:schemeClr>
          </a:solidFill>
          <a:latin typeface="Arial Rounded MT Bold" panose="020F07040305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</a:schemeClr>
          </a:solidFill>
          <a:latin typeface="Arial Rounded MT Bold" panose="020F07040305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</a:schemeClr>
          </a:solidFill>
          <a:latin typeface="Arial Rounded MT Bold" panose="020F07040305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</a:schemeClr>
          </a:solidFill>
          <a:latin typeface="Arial Rounded MT Bold" panose="020F07040305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Arial Rounded MT Bold" panose="020F07040305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</a:schemeClr>
          </a:solidFill>
          <a:latin typeface="Arial Rounded MT Bold" panose="020F07040305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urple light in space&#10;&#10;AI-generated content may be incorrect.">
            <a:extLst>
              <a:ext uri="{FF2B5EF4-FFF2-40B4-BE49-F238E27FC236}">
                <a16:creationId xmlns:a16="http://schemas.microsoft.com/office/drawing/2014/main" id="{24DE9808-69CC-D225-C7D4-205639057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EE2CDBA7-606A-0BFA-3A26-E9104EEB72C7}"/>
              </a:ext>
            </a:extLst>
          </p:cNvPr>
          <p:cNvSpPr/>
          <p:nvPr/>
        </p:nvSpPr>
        <p:spPr>
          <a:xfrm>
            <a:off x="1950669" y="1143000"/>
            <a:ext cx="82906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spcAft>
                <a:spcPts val="2000"/>
              </a:spcAft>
              <a:buNone/>
            </a:pPr>
            <a:r>
              <a:rPr lang="en-US" sz="6000" b="1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C# + MCP + Azure AI</a:t>
            </a:r>
            <a:endParaRPr lang="en-US" sz="6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E5D20DAC-168F-C865-0AFC-10BE2F9B55B0}"/>
              </a:ext>
            </a:extLst>
          </p:cNvPr>
          <p:cNvSpPr/>
          <p:nvPr/>
        </p:nvSpPr>
        <p:spPr>
          <a:xfrm>
            <a:off x="1950668" y="2842376"/>
            <a:ext cx="8290661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3600" dirty="0">
                <a:solidFill>
                  <a:schemeClr val="bg1">
                    <a:lumMod val="85000"/>
                  </a:scheme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Building Conversational Enterprise Applications That Actually Work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BFC5DC1-A301-8267-2F39-C786140E5576}"/>
              </a:ext>
            </a:extLst>
          </p:cNvPr>
          <p:cNvSpPr txBox="1">
            <a:spLocks/>
          </p:cNvSpPr>
          <p:nvPr/>
        </p:nvSpPr>
        <p:spPr>
          <a:xfrm>
            <a:off x="1014399" y="4325626"/>
            <a:ext cx="7345829" cy="2190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Niels Berglund</a:t>
            </a:r>
          </a:p>
          <a:p>
            <a:pPr algn="l"/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AI / Software Architect Lead Derivco</a:t>
            </a:r>
          </a:p>
          <a:p>
            <a:pPr algn="l"/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niels.it.berglund@gmail.com</a:t>
            </a:r>
          </a:p>
          <a:p>
            <a:pPr algn="l"/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https://nielsberglund.com</a:t>
            </a:r>
          </a:p>
          <a:p>
            <a:pPr algn="l"/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Arial Rounded MT Bold" panose="020F0704030504030204" pitchFamily="34" charset="0"/>
              </a:rPr>
              <a:t>https://linkedin.com/in/nielsberglund</a:t>
            </a:r>
          </a:p>
          <a:p>
            <a:pPr algn="l"/>
            <a:endParaRPr lang="en-US" sz="2000" dirty="0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85071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576-CB04-8D7F-19B5-ACF5B083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blue background with white text&#10;&#10;AI-generated content may be incorrect.">
            <a:extLst>
              <a:ext uri="{FF2B5EF4-FFF2-40B4-BE49-F238E27FC236}">
                <a16:creationId xmlns:a16="http://schemas.microsoft.com/office/drawing/2014/main" id="{66609B0F-81B9-A35C-20AB-5CB38BBEA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1341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A904B263-900C-1311-F9D8-A3509CE73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9348"/>
            <a:ext cx="12192000" cy="7157348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4EE5CCFA-2CF9-A362-D6F0-7147937F805A}"/>
              </a:ext>
            </a:extLst>
          </p:cNvPr>
          <p:cNvSpPr txBox="1">
            <a:spLocks/>
          </p:cNvSpPr>
          <p:nvPr/>
        </p:nvSpPr>
        <p:spPr>
          <a:xfrm>
            <a:off x="588263" y="307910"/>
            <a:ext cx="11018520" cy="67710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0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Segoe UI" pitchFamily="34" charset="0"/>
              </a:rPr>
              <a:t>The Date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076618-70B8-1760-E301-2A8DE85CC216}"/>
              </a:ext>
            </a:extLst>
          </p:cNvPr>
          <p:cNvSpPr txBox="1">
            <a:spLocks/>
          </p:cNvSpPr>
          <p:nvPr/>
        </p:nvSpPr>
        <p:spPr>
          <a:xfrm>
            <a:off x="2613102" y="2716622"/>
            <a:ext cx="6965796" cy="67710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-50" normalizeH="0" baseline="0" noProof="0" dirty="0">
                <a:ln w="3175"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Segoe UI" pitchFamily="34" charset="0"/>
              </a:rPr>
              <a:t>30 November 2022</a:t>
            </a:r>
            <a:endParaRPr kumimoji="0" lang="en-CA" sz="4400" b="0" i="0" u="none" strike="noStrike" kern="1200" cap="none" spc="-30" normalizeH="0" baseline="0" noProof="0" dirty="0">
              <a:ln w="3175">
                <a:noFill/>
              </a:ln>
              <a:effectLst/>
              <a:uLnTx/>
              <a:uFillTx/>
              <a:latin typeface="Arial Rounded MT Bold" panose="020F0704030504030204" pitchFamily="34" charset="0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62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43C7D197-87E5-808B-80E0-033DFA36A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733B781-9C25-78D0-B561-27C0F509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The MCP Tutorial Problem</a:t>
            </a:r>
          </a:p>
        </p:txBody>
      </p:sp>
      <p:pic>
        <p:nvPicPr>
          <p:cNvPr id="7" name="Picture 6" descr="A line of people standing in front of a building&#10;&#10;AI-generated content may be incorrect.">
            <a:extLst>
              <a:ext uri="{FF2B5EF4-FFF2-40B4-BE49-F238E27FC236}">
                <a16:creationId xmlns:a16="http://schemas.microsoft.com/office/drawing/2014/main" id="{C5414CAD-BBE5-F820-D6DC-CAF92C81A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363" y="2051531"/>
            <a:ext cx="4858512" cy="3173611"/>
          </a:xfrm>
          <a:prstGeom prst="rect">
            <a:avLst/>
          </a:prstGeom>
        </p:spPr>
      </p:pic>
      <p:pic>
        <p:nvPicPr>
          <p:cNvPr id="9" name="Picture 8" descr="A cartoon of a crowd of people&#10;&#10;AI-generated content may be incorrect.">
            <a:extLst>
              <a:ext uri="{FF2B5EF4-FFF2-40B4-BE49-F238E27FC236}">
                <a16:creationId xmlns:a16="http://schemas.microsoft.com/office/drawing/2014/main" id="{3111A7F0-00EA-FF47-030E-B3201B19BA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197" y="2051532"/>
            <a:ext cx="4840224" cy="317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11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2063F8E0-A0B3-F953-C8C9-CB054F596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3DCA35-D6B1-AD62-F311-BAD0A8061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We're Building Today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BBF002-8800-67DF-6A4C-984FC462C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Event Management Web App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D489AF-8CD3-713A-1A92-1F20B20C1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762404" cy="368458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Chat interface for database operations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Natural language </a:t>
            </a:r>
            <a:r>
              <a:rPr lang="en-US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 SQL Operations</a:t>
            </a:r>
          </a:p>
          <a:p>
            <a:r>
              <a:rPr lang="en-US" dirty="0">
                <a:latin typeface="Arial Rounded MT Bold" panose="020F0704030504030204" pitchFamily="34" charset="0"/>
                <a:sym typeface="Wingdings" panose="05000000000000000000" pitchFamily="2" charset="2"/>
              </a:rPr>
              <a:t>Real business logic (capacity checks, conflicts, validation)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Reporting and analytics</a:t>
            </a:r>
          </a:p>
        </p:txBody>
      </p:sp>
    </p:spTree>
    <p:extLst>
      <p:ext uri="{BB962C8B-B14F-4D97-AF65-F5344CB8AC3E}">
        <p14:creationId xmlns:p14="http://schemas.microsoft.com/office/powerpoint/2010/main" val="335424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8A0A1-B435-AFA1-B209-CD1FC4B9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8A60DB75-7D4D-CCA9-0F97-4E02706F3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3A19E7-756A-7C0E-133F-8E72CCBF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869282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MCP? (The 60-Second Version)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98E040C7-2005-0C87-18CD-924FC04A29AE}"/>
              </a:ext>
            </a:extLst>
          </p:cNvPr>
          <p:cNvSpPr/>
          <p:nvPr/>
        </p:nvSpPr>
        <p:spPr>
          <a:xfrm>
            <a:off x="1852244" y="192009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2800" b="1" dirty="0"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Standard protocol for AI-to-tool communication</a:t>
            </a:r>
            <a:endParaRPr lang="en-US" sz="28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009CA564-304C-2CD2-83DD-50B43C97098E}"/>
              </a:ext>
            </a:extLst>
          </p:cNvPr>
          <p:cNvSpPr/>
          <p:nvPr/>
        </p:nvSpPr>
        <p:spPr>
          <a:xfrm>
            <a:off x="1428576" y="2867797"/>
            <a:ext cx="9334848" cy="571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C# App ↔ MCP Protocol ↔ MCP Server ↔ SQL Database</a:t>
            </a:r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EB7FC8B-7276-D1DC-4BC1-8A6EC6F6E5BE}"/>
              </a:ext>
            </a:extLst>
          </p:cNvPr>
          <p:cNvSpPr/>
          <p:nvPr/>
        </p:nvSpPr>
        <p:spPr>
          <a:xfrm>
            <a:off x="839788" y="3928107"/>
            <a:ext cx="10548648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"Think REST API, but designed for AI agents"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6539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52886-C831-D8B3-900C-E557E172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7A233E10-473C-475C-18F1-9C0697285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2"/>
            <a:ext cx="12192000" cy="6849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5AE836-9AC2-48E7-A742-F2B5DC96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869282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MCP Architecture Components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0DB91F-518E-F99D-6EB8-BA0CFBC9B793}"/>
              </a:ext>
            </a:extLst>
          </p:cNvPr>
          <p:cNvSpPr/>
          <p:nvPr/>
        </p:nvSpPr>
        <p:spPr>
          <a:xfrm>
            <a:off x="1217933" y="2196618"/>
            <a:ext cx="2816352" cy="34503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8D63A31B-48C0-A882-CD96-D8355808060A}"/>
              </a:ext>
            </a:extLst>
          </p:cNvPr>
          <p:cNvSpPr/>
          <p:nvPr/>
        </p:nvSpPr>
        <p:spPr>
          <a:xfrm>
            <a:off x="1859537" y="2312537"/>
            <a:ext cx="1533144" cy="318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400" b="1" dirty="0"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MCP Host</a:t>
            </a:r>
            <a:endParaRPr lang="en-US" sz="24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DEF1A8BE-591A-3660-374B-F6FEE56F76B3}"/>
              </a:ext>
            </a:extLst>
          </p:cNvPr>
          <p:cNvSpPr/>
          <p:nvPr/>
        </p:nvSpPr>
        <p:spPr>
          <a:xfrm>
            <a:off x="1707898" y="2756463"/>
            <a:ext cx="1836421" cy="318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.NET app.</a:t>
            </a:r>
            <a:endParaRPr lang="en-US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DABE07-599E-475F-15CF-8A3EDBE5455D}"/>
              </a:ext>
            </a:extLst>
          </p:cNvPr>
          <p:cNvGrpSpPr/>
          <p:nvPr/>
        </p:nvGrpSpPr>
        <p:grpSpPr>
          <a:xfrm>
            <a:off x="1707898" y="3288081"/>
            <a:ext cx="1877563" cy="703109"/>
            <a:chOff x="1660397" y="2820379"/>
            <a:chExt cx="1877563" cy="7031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1D35457-CCCC-CEE9-6167-6F3F6B845DA6}"/>
                </a:ext>
              </a:extLst>
            </p:cNvPr>
            <p:cNvSpPr/>
            <p:nvPr/>
          </p:nvSpPr>
          <p:spPr>
            <a:xfrm>
              <a:off x="1660397" y="2820379"/>
              <a:ext cx="1877563" cy="7031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AB274DB5-2D33-D81F-3612-05D5DCE99383}"/>
                </a:ext>
              </a:extLst>
            </p:cNvPr>
            <p:cNvSpPr/>
            <p:nvPr/>
          </p:nvSpPr>
          <p:spPr>
            <a:xfrm>
              <a:off x="1834703" y="2946299"/>
              <a:ext cx="1528950" cy="3180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1000"/>
                </a:spcAft>
                <a:buNone/>
              </a:pPr>
              <a:r>
                <a:rPr lang="en-US" sz="2200" dirty="0">
                  <a:latin typeface="Arial Rounded MT Bold" pitchFamily="34" charset="0"/>
                  <a:ea typeface="Arial Rounded MT Bold" pitchFamily="34" charset="-122"/>
                  <a:cs typeface="Arial Rounded MT Bold" pitchFamily="34" charset="-120"/>
                </a:rPr>
                <a:t>MCP Client</a:t>
              </a:r>
              <a:endParaRPr lang="en-US" sz="2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10D682-711F-171E-5A51-E15F8285E3B4}"/>
              </a:ext>
            </a:extLst>
          </p:cNvPr>
          <p:cNvGrpSpPr/>
          <p:nvPr/>
        </p:nvGrpSpPr>
        <p:grpSpPr>
          <a:xfrm>
            <a:off x="1687326" y="4655251"/>
            <a:ext cx="1877563" cy="703109"/>
            <a:chOff x="1660397" y="2820379"/>
            <a:chExt cx="1877563" cy="70310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9BA15B20-59C2-966F-A40F-7C44D7821D30}"/>
                </a:ext>
              </a:extLst>
            </p:cNvPr>
            <p:cNvSpPr/>
            <p:nvPr/>
          </p:nvSpPr>
          <p:spPr>
            <a:xfrm>
              <a:off x="1660397" y="2820379"/>
              <a:ext cx="1877563" cy="7031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1AE6083F-522A-96DA-FA8F-CA042896CDF5}"/>
                </a:ext>
              </a:extLst>
            </p:cNvPr>
            <p:cNvSpPr/>
            <p:nvPr/>
          </p:nvSpPr>
          <p:spPr>
            <a:xfrm>
              <a:off x="1834703" y="2946299"/>
              <a:ext cx="1528950" cy="3180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spcAft>
                  <a:spcPts val="1000"/>
                </a:spcAft>
                <a:buNone/>
              </a:pPr>
              <a:r>
                <a:rPr lang="en-US" sz="2200" dirty="0">
                  <a:latin typeface="Arial Rounded MT Bold" pitchFamily="34" charset="0"/>
                  <a:ea typeface="Arial Rounded MT Bold" pitchFamily="34" charset="-122"/>
                  <a:cs typeface="Arial Rounded MT Bold" pitchFamily="34" charset="-120"/>
                </a:rPr>
                <a:t>MCP Client</a:t>
              </a:r>
              <a:endParaRPr lang="en-US" sz="2200" dirty="0"/>
            </a:p>
          </p:txBody>
        </p: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EA1E217-E4B9-22E0-B81A-CCCA368778E2}"/>
              </a:ext>
            </a:extLst>
          </p:cNvPr>
          <p:cNvSpPr/>
          <p:nvPr/>
        </p:nvSpPr>
        <p:spPr>
          <a:xfrm>
            <a:off x="5511998" y="3215906"/>
            <a:ext cx="1915432" cy="8474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MCP Server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70F7C17-6BB7-60B3-99D4-7EB900DC3447}"/>
              </a:ext>
            </a:extLst>
          </p:cNvPr>
          <p:cNvSpPr/>
          <p:nvPr/>
        </p:nvSpPr>
        <p:spPr>
          <a:xfrm>
            <a:off x="5511998" y="4583076"/>
            <a:ext cx="1915432" cy="8474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MCP Server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67E8E5C-2DAF-A955-A1E3-12D83A946F03}"/>
              </a:ext>
            </a:extLst>
          </p:cNvPr>
          <p:cNvSpPr/>
          <p:nvPr/>
        </p:nvSpPr>
        <p:spPr>
          <a:xfrm>
            <a:off x="9435341" y="3151862"/>
            <a:ext cx="1316736" cy="9755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Data Source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136E74F-A4D5-39CF-C90C-E5D9F2005789}"/>
              </a:ext>
            </a:extLst>
          </p:cNvPr>
          <p:cNvSpPr/>
          <p:nvPr/>
        </p:nvSpPr>
        <p:spPr>
          <a:xfrm>
            <a:off x="9435341" y="4424787"/>
            <a:ext cx="1316736" cy="97554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Data Source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77ABAE9-6A08-D012-B271-EB396AE85EE2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3585461" y="3639634"/>
            <a:ext cx="1926537" cy="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CCE9D13-4681-9C6D-F583-90B37EB411E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540409" y="4985706"/>
            <a:ext cx="1971589" cy="2109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BE76F3-7880-42B4-8F6A-3C01E43035B5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7427430" y="3639634"/>
            <a:ext cx="2007911" cy="1524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F51562-C519-8ACB-3CF0-ACA040FAFDDD}"/>
              </a:ext>
            </a:extLst>
          </p:cNvPr>
          <p:cNvCxnSpPr>
            <a:cxnSpLocks/>
          </p:cNvCxnSpPr>
          <p:nvPr/>
        </p:nvCxnSpPr>
        <p:spPr>
          <a:xfrm flipV="1">
            <a:off x="7427429" y="4976562"/>
            <a:ext cx="2007911" cy="1524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67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95547-3BBF-5B15-8BB8-D67B7CDA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524B3845-D817-BBA5-70C3-AE072C416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20AAF8-CCFF-3109-3C19-47166D305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Why MCP Matters for Enterprise Apps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C21551-8FAA-233C-0913-C73F209D0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16306"/>
            <a:ext cx="10762404" cy="3684588"/>
          </a:xfrm>
        </p:spPr>
        <p:txBody>
          <a:bodyPr/>
          <a:lstStyle/>
          <a:p>
            <a:r>
              <a:rPr lang="en-US" dirty="0"/>
              <a:t>✅ </a:t>
            </a:r>
            <a:r>
              <a:rPr lang="en-US" dirty="0">
                <a:latin typeface="Arial Rounded MT Bold" panose="020F0704030504030204" pitchFamily="34" charset="0"/>
              </a:rPr>
              <a:t>Standardized AI-to-tool integration</a:t>
            </a:r>
          </a:p>
          <a:p>
            <a:r>
              <a:rPr lang="en-US" dirty="0"/>
              <a:t>✅ </a:t>
            </a:r>
            <a:r>
              <a:rPr lang="en-US" dirty="0">
                <a:latin typeface="Arial Rounded MT Bold" panose="020F0704030504030204" pitchFamily="34" charset="0"/>
              </a:rPr>
              <a:t>Security and permission boundaries</a:t>
            </a:r>
          </a:p>
          <a:p>
            <a:r>
              <a:rPr lang="en-US" dirty="0"/>
              <a:t>✅ </a:t>
            </a:r>
            <a:r>
              <a:rPr lang="en-US" dirty="0">
                <a:latin typeface="Arial Rounded MT Bold" panose="020F0704030504030204" pitchFamily="34" charset="0"/>
              </a:rPr>
              <a:t>Context management built-in</a:t>
            </a:r>
          </a:p>
          <a:p>
            <a:r>
              <a:rPr lang="en-US" dirty="0"/>
              <a:t>✅ </a:t>
            </a:r>
            <a:r>
              <a:rPr lang="en-US" dirty="0">
                <a:latin typeface="Arial Rounded MT Bold" panose="020F0704030504030204" pitchFamily="34" charset="0"/>
              </a:rPr>
              <a:t>Tool discovery and invocation</a:t>
            </a:r>
          </a:p>
          <a:p>
            <a:r>
              <a:rPr lang="en-US" dirty="0"/>
              <a:t>✅ </a:t>
            </a:r>
            <a:r>
              <a:rPr lang="en-US" dirty="0">
                <a:latin typeface="Arial Rounded MT Bold" panose="020F0704030504030204" pitchFamily="34" charset="0"/>
              </a:rPr>
              <a:t>Reusable servers across apps</a:t>
            </a: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801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DCFA-95DA-2C27-943F-D2051EF7F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8BC4390C-0843-A325-1D15-D80E7481A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962FA7-9597-C5F1-7AC4-29096238F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The MSSQL MCP Server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134E6C-EE25-5348-6D15-BCC92A180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 anchorCtr="0">
            <a:normAutofit/>
          </a:bodyPr>
          <a:lstStyle/>
          <a:p>
            <a:r>
              <a:rPr lang="en-US" sz="2800" dirty="0">
                <a:latin typeface="Arial Rounded MT Bold" panose="020F0704030504030204" pitchFamily="34" charset="0"/>
              </a:rPr>
              <a:t>What it provides: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6E6151-9CDE-A6AD-7213-E14A2B18D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10762404" cy="3684588"/>
          </a:xfrm>
        </p:spPr>
        <p:txBody>
          <a:bodyPr/>
          <a:lstStyle/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Database schema inspection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CRUD operations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Query execution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 Rounded MT Bold" panose="020F0704030504030204" pitchFamily="34" charset="0"/>
              </a:rPr>
              <a:t>Table creation and management</a:t>
            </a:r>
          </a:p>
        </p:txBody>
      </p:sp>
    </p:spTree>
    <p:extLst>
      <p:ext uri="{BB962C8B-B14F-4D97-AF65-F5344CB8AC3E}">
        <p14:creationId xmlns:p14="http://schemas.microsoft.com/office/powerpoint/2010/main" val="156162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E8A5-BD65-7336-7770-6E8D27EE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42BE72AD-CAB0-8545-8CEB-E663801DA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35998D-4277-DE5E-EABF-6DE51048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869282" cy="1325563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Our Architecture Today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9B4D44-2D85-B13A-CE4D-5E7B47B70B46}"/>
              </a:ext>
            </a:extLst>
          </p:cNvPr>
          <p:cNvSpPr/>
          <p:nvPr/>
        </p:nvSpPr>
        <p:spPr>
          <a:xfrm>
            <a:off x="3906981" y="1702564"/>
            <a:ext cx="3716977" cy="132556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ASP.NET Core Web App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  |-- </a:t>
            </a: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Blazor/React UI (Chat)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  |-- </a:t>
            </a: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C# Backend</a:t>
            </a:r>
          </a:p>
          <a:p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  |-- </a:t>
            </a:r>
            <a:r>
              <a:rPr lang="en-US" sz="1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Azure AI Integration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9DC265-E4B4-7C3A-8554-A09D8035BA56}"/>
              </a:ext>
            </a:extLst>
          </p:cNvPr>
          <p:cNvSpPr/>
          <p:nvPr/>
        </p:nvSpPr>
        <p:spPr>
          <a:xfrm>
            <a:off x="3906980" y="3746745"/>
            <a:ext cx="3716977" cy="7658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MSSQL MCP Server (Node.js)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21B28D-C0E6-9999-8137-CE577A140E5E}"/>
              </a:ext>
            </a:extLst>
          </p:cNvPr>
          <p:cNvSpPr/>
          <p:nvPr/>
        </p:nvSpPr>
        <p:spPr>
          <a:xfrm>
            <a:off x="3906980" y="5258162"/>
            <a:ext cx="3716977" cy="8711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SQL Server Database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 Rounded MT Bold" panose="020F0704030504030204" pitchFamily="34" charset="0"/>
              </a:rPr>
              <a:t>(Event Management Schema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FC591E-6F09-C5CA-59AD-530D032DD6A8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5765469" y="3028128"/>
            <a:ext cx="1" cy="71861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15B4B5-0784-70AC-E43D-3C46EF6FDBB1}"/>
              </a:ext>
            </a:extLst>
          </p:cNvPr>
          <p:cNvCxnSpPr/>
          <p:nvPr/>
        </p:nvCxnSpPr>
        <p:spPr>
          <a:xfrm flipH="1">
            <a:off x="5765467" y="4512624"/>
            <a:ext cx="1" cy="718617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144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95C15A5C-51F5-1D24-B63C-CF7C3ECD1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B3C7BF3-1368-7A69-7C0A-26B3B82B9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Demo Roadmap: Our Coding Path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9E5E13-5CC3-B50A-A29F-C1991B343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Setting up the solution &amp; MCP connection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Building the chat interface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Schema creation through conversation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Adding speakers and sessions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Handling registration logic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Generating reports</a:t>
            </a:r>
          </a:p>
          <a:p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66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A4E7B-A0A7-00F8-2905-EC855AD5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E2A16ECC-BE87-7958-27B4-4CD21F739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4DD4E89-EA22-FCFA-C850-2A57E1B7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We Actually Built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13A615-D061-3423-AD6B-E1B21F3E6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4500"/>
          </a:xfrm>
        </p:spPr>
        <p:txBody>
          <a:bodyPr>
            <a:normAutofit/>
          </a:bodyPr>
          <a:lstStyle/>
          <a:p>
            <a:r>
              <a:rPr lang="en-US" dirty="0">
                <a:latin typeface="Arial Rounded MT Bold" panose="020F0704030504030204" pitchFamily="34" charset="0"/>
              </a:rPr>
              <a:t>Quick stats: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Lines of C# code: ~500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MCP tool calls: ~7.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Zero explicit tool calls chosen by the user.</a:t>
            </a:r>
          </a:p>
          <a:p>
            <a:pPr lvl="1"/>
            <a:r>
              <a:rPr lang="en-US" dirty="0">
                <a:latin typeface="Arial Rounded MT Bold" panose="020F0704030504030204" pitchFamily="34" charset="0"/>
              </a:rPr>
              <a:t>Zero SQL written by user.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93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0865F-F843-8B6A-CB3B-FB5D30F27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45C81ADF-AC73-776C-73A2-3F812C432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1"/>
            <a:ext cx="12192000" cy="684943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88B350B-417D-30AF-6B68-C8DA77D04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Key Takeaways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9D530C-03CA-731A-5739-31F26DAF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Integration &gt; Creation: Use existing MCP servers</a:t>
            </a:r>
          </a:p>
          <a:p>
            <a:r>
              <a:rPr lang="en-US">
                <a:latin typeface="Arial Rounded MT Bold" panose="020F0704030504030204" pitchFamily="34" charset="0"/>
              </a:rPr>
              <a:t>LLM as </a:t>
            </a:r>
            <a:r>
              <a:rPr lang="en-US" dirty="0">
                <a:latin typeface="Arial Rounded MT Bold" panose="020F0704030504030204" pitchFamily="34" charset="0"/>
              </a:rPr>
              <a:t>Orchestrator: Let it handle the tool selection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Business Logic Matters: Validation, error handling, UX</a:t>
            </a:r>
          </a:p>
          <a:p>
            <a:r>
              <a:rPr lang="en-US" dirty="0">
                <a:latin typeface="Arial Rounded MT Bold" panose="020F0704030504030204" pitchFamily="34" charset="0"/>
              </a:rPr>
              <a:t>Prompt Engineering: Clear, specific instructions</a:t>
            </a:r>
          </a:p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496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BC61-9325-D9E2-17FA-9C90B914B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waves&#10;&#10;AI-generated content may be incorrect.">
            <a:extLst>
              <a:ext uri="{FF2B5EF4-FFF2-40B4-BE49-F238E27FC236}">
                <a16:creationId xmlns:a16="http://schemas.microsoft.com/office/drawing/2014/main" id="{A5E4C2C9-AB34-044F-23A1-EC4904528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943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99ED1A9-355E-6AD9-5D40-7AC64C8BC6F0}"/>
              </a:ext>
            </a:extLst>
          </p:cNvPr>
          <p:cNvSpPr txBox="1">
            <a:spLocks/>
          </p:cNvSpPr>
          <p:nvPr/>
        </p:nvSpPr>
        <p:spPr>
          <a:xfrm>
            <a:off x="0" y="1873920"/>
            <a:ext cx="12192000" cy="1420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5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Thank You</a:t>
            </a:r>
            <a:br>
              <a:rPr kumimoji="0" lang="en-AU" sz="5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</a:br>
            <a:r>
              <a:rPr kumimoji="0" lang="en-AU" sz="4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j-ea"/>
                <a:cs typeface="+mj-cs"/>
              </a:rPr>
              <a:t>Questions?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3585BD4-A4EA-302D-A762-84ACEA203E74}"/>
              </a:ext>
            </a:extLst>
          </p:cNvPr>
          <p:cNvSpPr txBox="1">
            <a:spLocks/>
          </p:cNvSpPr>
          <p:nvPr/>
        </p:nvSpPr>
        <p:spPr>
          <a:xfrm>
            <a:off x="994350" y="4209281"/>
            <a:ext cx="5391460" cy="19187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Niels Berglund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niels.it.berglund@gmail.com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https://nielsberglund.com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https://linkedin.com/in/nielsberglund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713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400</Words>
  <Application>Microsoft Office PowerPoint</Application>
  <PresentationFormat>Widescreen</PresentationFormat>
  <Paragraphs>77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Rounded MT Bold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The MCP Tutorial Problem</vt:lpstr>
      <vt:lpstr>What We're Building Today</vt:lpstr>
      <vt:lpstr>What is MCP? (The 60-Second Version)</vt:lpstr>
      <vt:lpstr>MCP Architecture Components</vt:lpstr>
      <vt:lpstr>Why MCP Matters for Enterprise Apps</vt:lpstr>
      <vt:lpstr>The MSSQL MCP Server</vt:lpstr>
      <vt:lpstr>Our Architecture Today</vt:lpstr>
      <vt:lpstr>Demo Roadmap: Our Coding Path</vt:lpstr>
      <vt:lpstr>What We Actually Built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Berglund</dc:creator>
  <cp:lastModifiedBy>Niels Berglund</cp:lastModifiedBy>
  <cp:revision>1</cp:revision>
  <dcterms:created xsi:type="dcterms:W3CDTF">2025-11-01T10:12:24Z</dcterms:created>
  <dcterms:modified xsi:type="dcterms:W3CDTF">2025-11-21T06:18:03Z</dcterms:modified>
</cp:coreProperties>
</file>