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7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FFB900"/>
    <a:srgbClr val="E9E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7983" autoAdjust="0"/>
    <p:restoredTop sz="94737"/>
  </p:normalViewPr>
  <p:slideViewPr>
    <p:cSldViewPr snapToGrid="0">
      <p:cViewPr varScale="1">
        <p:scale>
          <a:sx n="101" d="100"/>
          <a:sy n="101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513E7-0579-42D3-999F-D55E62713286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68B1AC-D5E8-4C7A-BC81-CF6217F96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4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page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CE840CE-CFC4-0235-B753-542578BED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25" y="2921000"/>
            <a:ext cx="5607937" cy="62783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8000" spc="-300" dirty="0"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</a:defRPr>
            </a:lvl1pPr>
          </a:lstStyle>
          <a:p>
            <a:pPr lvl="0">
              <a:lnSpc>
                <a:spcPts val="7500"/>
              </a:lnSpc>
            </a:pPr>
            <a:r>
              <a:rPr lang="en-US"/>
              <a:t>00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3713931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8" name="Picture 7" descr="A purple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3963C104-EA0D-6100-E2F2-EB7934D1C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0155" y="5329381"/>
            <a:ext cx="3446318" cy="22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90174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page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833" y="417058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8" name="Picture 7" descr="A purple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3963C104-EA0D-6100-E2F2-EB7934D1CC4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510155" y="5329381"/>
            <a:ext cx="3446318" cy="22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59220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pag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BCE840CE-CFC4-0235-B753-542578BED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0225" y="2921000"/>
            <a:ext cx="5607937" cy="62783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sz="8000" spc="-300" dirty="0"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</a:defRPr>
            </a:lvl1pPr>
          </a:lstStyle>
          <a:p>
            <a:pPr lvl="0">
              <a:lnSpc>
                <a:spcPts val="7500"/>
              </a:lnSpc>
            </a:pPr>
            <a:r>
              <a:rPr lang="en-US"/>
              <a:t>00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63CD4778-3D54-21D5-5F8D-BA9E3A5927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2613" y="3713931"/>
            <a:ext cx="5430837" cy="492443"/>
          </a:xfrm>
        </p:spPr>
        <p:txBody>
          <a:bodyPr/>
          <a:lstStyle>
            <a:lvl1pPr>
              <a:defRPr sz="3200" b="1"/>
            </a:lvl1pPr>
          </a:lstStyle>
          <a:p>
            <a:pPr lvl="0"/>
            <a:r>
              <a:rPr lang="en-US"/>
              <a:t>Section title</a:t>
            </a:r>
          </a:p>
        </p:txBody>
      </p:sp>
      <p:pic>
        <p:nvPicPr>
          <p:cNvPr id="8" name="Picture 7" descr="A purple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3963C104-EA0D-6100-E2F2-EB7934D1CC4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10155" y="5329381"/>
            <a:ext cx="3446318" cy="2297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64797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5296" y="2125629"/>
            <a:ext cx="5443720" cy="123110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75296" y="3597951"/>
            <a:ext cx="5443722" cy="1163395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32472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ffectLst/>
              <a:uLnTx/>
              <a:uFillTx/>
              <a:latin typeface="Segoe Sans Text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FA02B7-CC81-F385-DEFB-1A22DFA03BB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alphaModFix amt="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1337" y="512466"/>
            <a:ext cx="11069326" cy="583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1497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4000" b="1" kern="1200" cap="none" spc="0" baseline="0" dirty="0" smtClean="0">
          <a:ln w="3175">
            <a:noFill/>
          </a:ln>
          <a:solidFill>
            <a:schemeClr val="bg1"/>
          </a:solidFill>
          <a:effectLst/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0" marR="0" indent="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2"/>
        </a:buClr>
        <a:buSzPct val="90000"/>
        <a:buFontTx/>
        <a:buNone/>
        <a:tabLst/>
        <a:defRPr sz="1800" b="1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accent5"/>
        </a:buClr>
        <a:buSzPct val="90000"/>
        <a:buFont typeface="Arial" panose="020B0604020202020204" pitchFamily="34" charset="0"/>
        <a:buChar char="•"/>
        <a:tabLst/>
        <a:defRPr sz="1200" b="0" kern="1200" spc="0" baseline="0">
          <a:solidFill>
            <a:schemeClr val="bg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0">
          <p15:clr>
            <a:srgbClr val="C35EA4"/>
          </p15:clr>
        </p15:guide>
        <p15:guide id="17" pos="7320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92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88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svg"/><Relationship Id="rId4" Type="http://schemas.openxmlformats.org/officeDocument/2006/relationships/image" Target="../media/image8.jpe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049D5-B9D7-4CD5-E7C1-7FBA5FF7F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C2B4295-CAB2-660C-D78F-4928F6A6D342}"/>
              </a:ext>
            </a:extLst>
          </p:cNvPr>
          <p:cNvSpPr txBox="1"/>
          <p:nvPr/>
        </p:nvSpPr>
        <p:spPr>
          <a:xfrm>
            <a:off x="109663" y="517115"/>
            <a:ext cx="598633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THANK YOU TO OUR </a:t>
            </a:r>
            <a:b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SPONSORS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7832C72-354D-5338-2D63-6BDBE4C34A58}"/>
              </a:ext>
            </a:extLst>
          </p:cNvPr>
          <p:cNvGrpSpPr/>
          <p:nvPr/>
        </p:nvGrpSpPr>
        <p:grpSpPr>
          <a:xfrm>
            <a:off x="400858" y="2631078"/>
            <a:ext cx="10372563" cy="2348677"/>
            <a:chOff x="400858" y="2631078"/>
            <a:chExt cx="10372563" cy="2348677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FC02CD5F-3EB0-3C83-2162-E247DE1E2092}"/>
                </a:ext>
              </a:extLst>
            </p:cNvPr>
            <p:cNvSpPr/>
            <p:nvPr/>
          </p:nvSpPr>
          <p:spPr bwMode="auto">
            <a:xfrm>
              <a:off x="400858" y="3401270"/>
              <a:ext cx="1982129" cy="1578485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ZA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E86E040-8A59-DDB7-C2F5-79DE18CFE5EB}"/>
                </a:ext>
              </a:extLst>
            </p:cNvPr>
            <p:cNvSpPr txBox="1"/>
            <p:nvPr/>
          </p:nvSpPr>
          <p:spPr>
            <a:xfrm>
              <a:off x="1151290" y="2640849"/>
              <a:ext cx="98713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ZA" sz="2000" b="1" dirty="0">
                  <a:solidFill>
                    <a:srgbClr val="FFB900"/>
                  </a:solidFill>
                </a:rPr>
                <a:t>Gold</a:t>
              </a:r>
            </a:p>
          </p:txBody>
        </p:sp>
        <p:pic>
          <p:nvPicPr>
            <p:cNvPr id="54" name="Picture 53" descr="A logo with a smile&#10;&#10;Description automatically generated">
              <a:extLst>
                <a:ext uri="{FF2B5EF4-FFF2-40B4-BE49-F238E27FC236}">
                  <a16:creationId xmlns:a16="http://schemas.microsoft.com/office/drawing/2014/main" id="{9708F846-2778-8F58-7C88-3F3BC86E37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60908" y="3442522"/>
              <a:ext cx="652643" cy="467359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879878F9-7CE2-6689-20AD-0268279A2C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07648" y="4355537"/>
              <a:ext cx="1387907" cy="509622"/>
            </a:xfrm>
            <a:prstGeom prst="rect">
              <a:avLst/>
            </a:prstGeom>
          </p:spPr>
        </p:pic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396F607D-7C04-3A7E-859B-F34D070E2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8618" y="3959550"/>
              <a:ext cx="1457221" cy="343021"/>
            </a:xfrm>
            <a:prstGeom prst="rect">
              <a:avLst/>
            </a:prstGeom>
            <a:solidFill>
              <a:schemeClr val="bg1"/>
            </a:solidFill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3E4E9B4-535B-BE78-709E-F05D736BEA32}"/>
                </a:ext>
              </a:extLst>
            </p:cNvPr>
            <p:cNvSpPr txBox="1"/>
            <p:nvPr/>
          </p:nvSpPr>
          <p:spPr>
            <a:xfrm>
              <a:off x="3497204" y="2631078"/>
              <a:ext cx="1579418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ZA" sz="2000" b="1" dirty="0">
                  <a:solidFill>
                    <a:srgbClr val="FFB900"/>
                  </a:solidFill>
                </a:rPr>
                <a:t>Gold Venue</a:t>
              </a:r>
            </a:p>
          </p:txBody>
        </p:sp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D3E877A-3022-7DA3-2F29-4E06DD55C5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268570" y="3791059"/>
              <a:ext cx="1808052" cy="798906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4318A3F7-505D-E17C-B7D3-FB51BC7F26EA}"/>
                </a:ext>
              </a:extLst>
            </p:cNvPr>
            <p:cNvSpPr txBox="1"/>
            <p:nvPr/>
          </p:nvSpPr>
          <p:spPr>
            <a:xfrm>
              <a:off x="6865672" y="2640849"/>
              <a:ext cx="98713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ZA" sz="2000" b="1" dirty="0">
                  <a:solidFill>
                    <a:schemeClr val="tx1">
                      <a:lumMod val="20000"/>
                      <a:lumOff val="80000"/>
                    </a:schemeClr>
                  </a:solidFill>
                </a:rPr>
                <a:t>Silver</a:t>
              </a:r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09259474-E2E1-BA8B-9025-992CC1793ED5}"/>
                </a:ext>
              </a:extLst>
            </p:cNvPr>
            <p:cNvGrpSpPr/>
            <p:nvPr/>
          </p:nvGrpSpPr>
          <p:grpSpPr>
            <a:xfrm>
              <a:off x="6142930" y="3796704"/>
              <a:ext cx="1982129" cy="798907"/>
              <a:chOff x="6105816" y="3657812"/>
              <a:chExt cx="1982129" cy="798907"/>
            </a:xfrm>
          </p:grpSpPr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C3FD0DCA-0CC5-471A-ED09-B1B500D96BB1}"/>
                  </a:ext>
                </a:extLst>
              </p:cNvPr>
              <p:cNvSpPr/>
              <p:nvPr/>
            </p:nvSpPr>
            <p:spPr bwMode="auto">
              <a:xfrm>
                <a:off x="6105816" y="3657812"/>
                <a:ext cx="1982129" cy="798907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  <a:headEnd type="none" w="med" len="med"/>
                <a:tailEnd type="none" w="med" len="med"/>
              </a:ln>
              <a:effectLst/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 defTabSz="932472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ZA" sz="2000" err="1">
                  <a:solidFill>
                    <a:srgbClr val="FFFFFF"/>
                  </a:solidFill>
                  <a:ea typeface="Segoe UI" pitchFamily="34" charset="0"/>
                  <a:cs typeface="Segoe UI" pitchFamily="34" charset="0"/>
                </a:endParaRPr>
              </a:p>
            </p:txBody>
          </p:sp>
          <p:pic>
            <p:nvPicPr>
              <p:cNvPr id="61" name="Picture 60" descr="A close-up of a logo&#10;&#10;Description automatically generated">
                <a:extLst>
                  <a:ext uri="{FF2B5EF4-FFF2-40B4-BE49-F238E27FC236}">
                    <a16:creationId xmlns:a16="http://schemas.microsoft.com/office/drawing/2014/main" id="{DBC7C35B-D8AB-BCE4-6F6D-5156D64016E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266738" y="3836065"/>
                <a:ext cx="1574438" cy="371742"/>
              </a:xfrm>
              <a:prstGeom prst="rect">
                <a:avLst/>
              </a:prstGeom>
              <a:solidFill>
                <a:schemeClr val="bg1"/>
              </a:solidFill>
            </p:spPr>
          </p:pic>
        </p:grp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2BB088A-2777-C23C-3D85-C35594F3AA0C}"/>
                </a:ext>
              </a:extLst>
            </p:cNvPr>
            <p:cNvSpPr txBox="1"/>
            <p:nvPr/>
          </p:nvSpPr>
          <p:spPr>
            <a:xfrm>
              <a:off x="9663525" y="2646390"/>
              <a:ext cx="987137" cy="3077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ZA" sz="2000" b="1" dirty="0">
                  <a:solidFill>
                    <a:schemeClr val="tx2">
                      <a:lumMod val="25000"/>
                      <a:lumOff val="75000"/>
                    </a:schemeClr>
                  </a:solidFill>
                </a:rPr>
                <a:t>Swag</a:t>
              </a:r>
            </a:p>
          </p:txBody>
        </p:sp>
        <p:pic>
          <p:nvPicPr>
            <p:cNvPr id="67" name="Graphic 66">
              <a:extLst>
                <a:ext uri="{FF2B5EF4-FFF2-40B4-BE49-F238E27FC236}">
                  <a16:creationId xmlns:a16="http://schemas.microsoft.com/office/drawing/2014/main" id="{0C96269D-E635-CF4E-D6BB-611A8412F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9191367" y="3401270"/>
              <a:ext cx="1582054" cy="327321"/>
            </a:xfrm>
            <a:prstGeom prst="rect">
              <a:avLst/>
            </a:prstGeom>
          </p:spPr>
        </p:pic>
        <p:pic>
          <p:nvPicPr>
            <p:cNvPr id="68" name="Graphic 67">
              <a:extLst>
                <a:ext uri="{FF2B5EF4-FFF2-40B4-BE49-F238E27FC236}">
                  <a16:creationId xmlns:a16="http://schemas.microsoft.com/office/drawing/2014/main" id="{AC6B691D-CD45-EEE9-E992-F60CE16BCB0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543481" y="4013048"/>
              <a:ext cx="898272" cy="898272"/>
            </a:xfrm>
            <a:prstGeom prst="rect">
              <a:avLst/>
            </a:prstGeom>
          </p:spPr>
        </p:pic>
      </p:grpSp>
      <p:sp>
        <p:nvSpPr>
          <p:cNvPr id="72" name="Title 2">
            <a:extLst>
              <a:ext uri="{FF2B5EF4-FFF2-40B4-BE49-F238E27FC236}">
                <a16:creationId xmlns:a16="http://schemas.microsoft.com/office/drawing/2014/main" id="{D7E4EF97-9EFB-1E83-7192-FBBC21F601EB}"/>
              </a:ext>
            </a:extLst>
          </p:cNvPr>
          <p:cNvSpPr txBox="1">
            <a:spLocks/>
          </p:cNvSpPr>
          <p:nvPr/>
        </p:nvSpPr>
        <p:spPr>
          <a:xfrm>
            <a:off x="1401601" y="6026970"/>
            <a:ext cx="2451139" cy="62783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8000" b="1" kern="1200" cap="none" spc="-300" baseline="0" dirty="0">
                <a:ln w="3175">
                  <a:noFill/>
                </a:ln>
                <a:gradFill flip="none" rotWithShape="1">
                  <a:gsLst>
                    <a:gs pos="100000">
                      <a:schemeClr val="accent3"/>
                    </a:gs>
                    <a:gs pos="1000">
                      <a:schemeClr val="accent5"/>
                    </a:gs>
                    <a:gs pos="56000">
                      <a:srgbClr val="E76BC7"/>
                    </a:gs>
                    <a:gs pos="20000">
                      <a:schemeClr val="accent2"/>
                    </a:gs>
                  </a:gsLst>
                  <a:lin ang="10800000" scaled="1"/>
                  <a:tileRect/>
                </a:gra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algn="ctr"/>
            <a:r>
              <a:rPr lang="en-ZA" sz="4000" dirty="0"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Cape Town</a:t>
            </a: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88530049-A984-427E-B69B-D4E93F515553}"/>
              </a:ext>
            </a:extLst>
          </p:cNvPr>
          <p:cNvGrpSpPr/>
          <p:nvPr/>
        </p:nvGrpSpPr>
        <p:grpSpPr>
          <a:xfrm>
            <a:off x="262945" y="5986885"/>
            <a:ext cx="788227" cy="707999"/>
            <a:chOff x="8170056" y="5325671"/>
            <a:chExt cx="945742" cy="809248"/>
          </a:xfrm>
        </p:grpSpPr>
        <p:sp>
          <p:nvSpPr>
            <p:cNvPr id="74" name="Rectangle: Rounded Corners 73">
              <a:extLst>
                <a:ext uri="{FF2B5EF4-FFF2-40B4-BE49-F238E27FC236}">
                  <a16:creationId xmlns:a16="http://schemas.microsoft.com/office/drawing/2014/main" id="{8343D439-EBCE-28B2-4FDE-2C3259757B21}"/>
                </a:ext>
              </a:extLst>
            </p:cNvPr>
            <p:cNvSpPr/>
            <p:nvPr/>
          </p:nvSpPr>
          <p:spPr bwMode="auto">
            <a:xfrm>
              <a:off x="8187847" y="5325671"/>
              <a:ext cx="910159" cy="809248"/>
            </a:xfrm>
            <a:prstGeom prst="roundRect">
              <a:avLst/>
            </a:prstGeom>
            <a:solidFill>
              <a:schemeClr val="bg1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ZA" sz="200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75" name="Picture 74">
              <a:extLst>
                <a:ext uri="{FF2B5EF4-FFF2-40B4-BE49-F238E27FC236}">
                  <a16:creationId xmlns:a16="http://schemas.microsoft.com/office/drawing/2014/main" id="{98809D31-D7B5-AE90-0EA9-20D780562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170056" y="5410650"/>
              <a:ext cx="945742" cy="630495"/>
            </a:xfrm>
            <a:prstGeom prst="rect">
              <a:avLst/>
            </a:prstGeom>
          </p:spPr>
        </p:pic>
      </p:grpSp>
      <p:pic>
        <p:nvPicPr>
          <p:cNvPr id="76" name="Picture 75" descr="A circular green and white logo&#10;&#10;AI-generated content may be incorrect.">
            <a:extLst>
              <a:ext uri="{FF2B5EF4-FFF2-40B4-BE49-F238E27FC236}">
                <a16:creationId xmlns:a16="http://schemas.microsoft.com/office/drawing/2014/main" id="{5A3BA425-6FE5-3B11-8965-7FE0E67E83CA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9241" y="914982"/>
            <a:ext cx="756765" cy="754323"/>
          </a:xfrm>
          <a:prstGeom prst="rect">
            <a:avLst/>
          </a:prstGeom>
        </p:spPr>
      </p:pic>
      <p:pic>
        <p:nvPicPr>
          <p:cNvPr id="77" name="Picture 76" descr="A red and white logo&#10;&#10;AI-generated content may be incorrect.">
            <a:extLst>
              <a:ext uri="{FF2B5EF4-FFF2-40B4-BE49-F238E27FC236}">
                <a16:creationId xmlns:a16="http://schemas.microsoft.com/office/drawing/2014/main" id="{DA8838C1-D158-AFA6-A0A5-26E911CC5354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98973" y="635671"/>
            <a:ext cx="1358961" cy="1318223"/>
          </a:xfrm>
          <a:prstGeom prst="rect">
            <a:avLst/>
          </a:prstGeom>
        </p:spPr>
      </p:pic>
      <p:pic>
        <p:nvPicPr>
          <p:cNvPr id="78" name="Picture 77" descr="A blue and white logo&#10;&#10;AI-generated content may be incorrect.">
            <a:extLst>
              <a:ext uri="{FF2B5EF4-FFF2-40B4-BE49-F238E27FC236}">
                <a16:creationId xmlns:a16="http://schemas.microsoft.com/office/drawing/2014/main" id="{508494E3-0D21-3CAA-DABC-287A6F48409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55441" y="951125"/>
            <a:ext cx="1208084" cy="623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3266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Azure 2023 Template">
  <a:themeElements>
    <a:clrScheme name="Custom 20">
      <a:dk1>
        <a:srgbClr val="333333"/>
      </a:dk1>
      <a:lt1>
        <a:srgbClr val="FFFFFF"/>
      </a:lt1>
      <a:dk2>
        <a:srgbClr val="190449"/>
      </a:dk2>
      <a:lt2>
        <a:srgbClr val="FAFAFA"/>
      </a:lt2>
      <a:accent1>
        <a:srgbClr val="4F2BD3"/>
      </a:accent1>
      <a:accent2>
        <a:srgbClr val="E566CC"/>
      </a:accent2>
      <a:accent3>
        <a:srgbClr val="FA94A1"/>
      </a:accent3>
      <a:accent4>
        <a:srgbClr val="29C2D0"/>
      </a:accent4>
      <a:accent5>
        <a:srgbClr val="D502AA"/>
      </a:accent5>
      <a:accent6>
        <a:srgbClr val="0B6BFF"/>
      </a:accent6>
      <a:hlink>
        <a:srgbClr val="502AD4"/>
      </a:hlink>
      <a:folHlink>
        <a:srgbClr val="D502AA"/>
      </a:folHlink>
    </a:clrScheme>
    <a:fontScheme name="Custom 4">
      <a:majorFont>
        <a:latin typeface="Segoe Sans Text Semibold"/>
        <a:ea typeface=""/>
        <a:cs typeface=""/>
      </a:majorFont>
      <a:minorFont>
        <a:latin typeface="Segoe Sans Tex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662DC8C9-CFC0-405F-82A1-B248626FCAE6}" vid="{49C91371-712F-49B7-AFEB-59DA86371DF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4332</TotalTime>
  <Words>13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Open Sans</vt:lpstr>
      <vt:lpstr>Segoe Sans Text</vt:lpstr>
      <vt:lpstr>Segoe UI</vt:lpstr>
      <vt:lpstr>Azure 2023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 Berglund</dc:creator>
  <cp:lastModifiedBy>Mikaela</cp:lastModifiedBy>
  <cp:revision>38</cp:revision>
  <dcterms:created xsi:type="dcterms:W3CDTF">2024-07-16T15:54:15Z</dcterms:created>
  <dcterms:modified xsi:type="dcterms:W3CDTF">2025-11-20T20:58:43Z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b181a7a-98f3-4eb7-bb71-dfbcded8d8b1_Enabled">
    <vt:lpwstr>true</vt:lpwstr>
  </property>
  <property fmtid="{D5CDD505-2E9C-101B-9397-08002B2CF9AE}" pid="3" name="MSIP_Label_3b181a7a-98f3-4eb7-bb71-dfbcded8d8b1_SetDate">
    <vt:lpwstr>2025-05-20T08:36:22Z</vt:lpwstr>
  </property>
  <property fmtid="{D5CDD505-2E9C-101B-9397-08002B2CF9AE}" pid="4" name="MSIP_Label_3b181a7a-98f3-4eb7-bb71-dfbcded8d8b1_Method">
    <vt:lpwstr>Privileged</vt:lpwstr>
  </property>
  <property fmtid="{D5CDD505-2E9C-101B-9397-08002B2CF9AE}" pid="5" name="MSIP_Label_3b181a7a-98f3-4eb7-bb71-dfbcded8d8b1_Name">
    <vt:lpwstr>ES0002</vt:lpwstr>
  </property>
  <property fmtid="{D5CDD505-2E9C-101B-9397-08002B2CF9AE}" pid="6" name="MSIP_Label_3b181a7a-98f3-4eb7-bb71-dfbcded8d8b1_SiteId">
    <vt:lpwstr>72aa0d83-624a-4ebf-a683-1b9b45548610</vt:lpwstr>
  </property>
  <property fmtid="{D5CDD505-2E9C-101B-9397-08002B2CF9AE}" pid="7" name="MSIP_Label_3b181a7a-98f3-4eb7-bb71-dfbcded8d8b1_ActionId">
    <vt:lpwstr>dd0b1cbb-fa73-4b48-8e67-7b51e3a4b957</vt:lpwstr>
  </property>
  <property fmtid="{D5CDD505-2E9C-101B-9397-08002B2CF9AE}" pid="8" name="MSIP_Label_3b181a7a-98f3-4eb7-bb71-dfbcded8d8b1_ContentBits">
    <vt:lpwstr>0</vt:lpwstr>
  </property>
  <property fmtid="{D5CDD505-2E9C-101B-9397-08002B2CF9AE}" pid="9" name="MSIP_Label_3b181a7a-98f3-4eb7-bb71-dfbcded8d8b1_Tag">
    <vt:lpwstr>50, 0, 1, 1</vt:lpwstr>
  </property>
</Properties>
</file>