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9"/>
  </p:notesMasterIdLst>
  <p:sldIdLst>
    <p:sldId id="256" r:id="rId3"/>
    <p:sldId id="355" r:id="rId4"/>
    <p:sldId id="342" r:id="rId5"/>
    <p:sldId id="257" r:id="rId6"/>
    <p:sldId id="259" r:id="rId7"/>
    <p:sldId id="349" r:id="rId8"/>
    <p:sldId id="260" r:id="rId9"/>
    <p:sldId id="261" r:id="rId10"/>
    <p:sldId id="351" r:id="rId11"/>
    <p:sldId id="350" r:id="rId12"/>
    <p:sldId id="354" r:id="rId13"/>
    <p:sldId id="265" r:id="rId14"/>
    <p:sldId id="352" r:id="rId15"/>
    <p:sldId id="267" r:id="rId16"/>
    <p:sldId id="356" r:id="rId17"/>
    <p:sldId id="34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66438"/>
  </p:normalViewPr>
  <p:slideViewPr>
    <p:cSldViewPr snapToGrid="0">
      <p:cViewPr>
        <p:scale>
          <a:sx n="50" d="100"/>
          <a:sy n="50" d="100"/>
        </p:scale>
        <p:origin x="1234" y="4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els Berglund" userId="6462ffc3c746bb1c" providerId="LiveId" clId="{572CFA61-6849-42BD-B1DA-93EA9D7DCECD}"/>
    <pc:docChg chg="undo redo custSel addSld delSld modSld sldOrd">
      <pc:chgData name="Niels Berglund" userId="6462ffc3c746bb1c" providerId="LiveId" clId="{572CFA61-6849-42BD-B1DA-93EA9D7DCECD}" dt="2025-12-12T10:13:30.357" v="2931" actId="962"/>
      <pc:docMkLst>
        <pc:docMk/>
      </pc:docMkLst>
      <pc:sldChg chg="addSp delSp modSp mod">
        <pc:chgData name="Niels Berglund" userId="6462ffc3c746bb1c" providerId="LiveId" clId="{572CFA61-6849-42BD-B1DA-93EA9D7DCECD}" dt="2025-12-07T16:09:51.521" v="1354" actId="1076"/>
        <pc:sldMkLst>
          <pc:docMk/>
          <pc:sldMk cId="3785071296" sldId="256"/>
        </pc:sldMkLst>
        <pc:spChg chg="add mod">
          <ac:chgData name="Niels Berglund" userId="6462ffc3c746bb1c" providerId="LiveId" clId="{572CFA61-6849-42BD-B1DA-93EA9D7DCECD}" dt="2025-12-07T16:09:34.305" v="1353" actId="1076"/>
          <ac:spMkLst>
            <pc:docMk/>
            <pc:sldMk cId="3785071296" sldId="256"/>
            <ac:spMk id="6" creationId="{EE2CDBA7-606A-0BFA-3A26-E9104EEB72C7}"/>
          </ac:spMkLst>
        </pc:spChg>
        <pc:spChg chg="add mod">
          <ac:chgData name="Niels Berglund" userId="6462ffc3c746bb1c" providerId="LiveId" clId="{572CFA61-6849-42BD-B1DA-93EA9D7DCECD}" dt="2025-12-07T16:09:51.521" v="1354" actId="1076"/>
          <ac:spMkLst>
            <pc:docMk/>
            <pc:sldMk cId="3785071296" sldId="256"/>
            <ac:spMk id="7" creationId="{E5D20DAC-168F-C865-0AFC-10BE2F9B55B0}"/>
          </ac:spMkLst>
        </pc:spChg>
      </pc:sldChg>
      <pc:sldChg chg="addSp delSp modSp mod">
        <pc:chgData name="Niels Berglund" userId="6462ffc3c746bb1c" providerId="LiveId" clId="{572CFA61-6849-42BD-B1DA-93EA9D7DCECD}" dt="2025-12-12T06:20:02.120" v="1661" actId="478"/>
        <pc:sldMkLst>
          <pc:docMk/>
          <pc:sldMk cId="781112186" sldId="257"/>
        </pc:sldMkLst>
        <pc:spChg chg="add del mod">
          <ac:chgData name="Niels Berglund" userId="6462ffc3c746bb1c" providerId="LiveId" clId="{572CFA61-6849-42BD-B1DA-93EA9D7DCECD}" dt="2025-12-12T06:20:02.120" v="1661" actId="478"/>
          <ac:spMkLst>
            <pc:docMk/>
            <pc:sldMk cId="781112186" sldId="257"/>
            <ac:spMk id="2" creationId="{FD0FA952-DC6D-B9BE-8048-1CA31DBAC714}"/>
          </ac:spMkLst>
        </pc:spChg>
      </pc:sldChg>
      <pc:sldChg chg="addSp delSp modSp mod">
        <pc:chgData name="Niels Berglund" userId="6462ffc3c746bb1c" providerId="LiveId" clId="{572CFA61-6849-42BD-B1DA-93EA9D7DCECD}" dt="2025-12-12T09:39:04.711" v="2697" actId="113"/>
        <pc:sldMkLst>
          <pc:docMk/>
          <pc:sldMk cId="3354249248" sldId="259"/>
        </pc:sldMkLst>
        <pc:spChg chg="mod">
          <ac:chgData name="Niels Berglund" userId="6462ffc3c746bb1c" providerId="LiveId" clId="{572CFA61-6849-42BD-B1DA-93EA9D7DCECD}" dt="2025-12-07T16:25:00.090" v="1375" actId="20577"/>
          <ac:spMkLst>
            <pc:docMk/>
            <pc:sldMk cId="3354249248" sldId="259"/>
            <ac:spMk id="2" creationId="{A03DCA35-D6B1-AD62-F311-BAD0A8061453}"/>
          </ac:spMkLst>
        </pc:spChg>
        <pc:spChg chg="mod">
          <ac:chgData name="Niels Berglund" userId="6462ffc3c746bb1c" providerId="LiveId" clId="{572CFA61-6849-42BD-B1DA-93EA9D7DCECD}" dt="2025-12-12T09:39:04.711" v="2697" actId="113"/>
          <ac:spMkLst>
            <pc:docMk/>
            <pc:sldMk cId="3354249248" sldId="259"/>
            <ac:spMk id="6" creationId="{D4BBF002-8800-67DF-6A4C-984FC462CB66}"/>
          </ac:spMkLst>
        </pc:spChg>
      </pc:sldChg>
      <pc:sldChg chg="modSp mod">
        <pc:chgData name="Niels Berglund" userId="6462ffc3c746bb1c" providerId="LiveId" clId="{572CFA61-6849-42BD-B1DA-93EA9D7DCECD}" dt="2025-12-12T09:37:29.575" v="2695" actId="1076"/>
        <pc:sldMkLst>
          <pc:docMk/>
          <pc:sldMk cId="465395078" sldId="260"/>
        </pc:sldMkLst>
        <pc:spChg chg="mod">
          <ac:chgData name="Niels Berglund" userId="6462ffc3c746bb1c" providerId="LiveId" clId="{572CFA61-6849-42BD-B1DA-93EA9D7DCECD}" dt="2025-12-12T09:37:29.575" v="2695" actId="1076"/>
          <ac:spMkLst>
            <pc:docMk/>
            <pc:sldMk cId="465395078" sldId="260"/>
            <ac:spMk id="4" creationId="{009CA564-304C-2CD2-83DD-50B43C97098E}"/>
          </ac:spMkLst>
        </pc:spChg>
      </pc:sldChg>
      <pc:sldChg chg="addSp modSp mod modAnim modShow">
        <pc:chgData name="Niels Berglund" userId="6462ffc3c746bb1c" providerId="LiveId" clId="{572CFA61-6849-42BD-B1DA-93EA9D7DCECD}" dt="2025-12-12T08:30:09.475" v="2094" actId="729"/>
        <pc:sldMkLst>
          <pc:docMk/>
          <pc:sldMk cId="465671313" sldId="261"/>
        </pc:sldMkLst>
        <pc:spChg chg="mod">
          <ac:chgData name="Niels Berglund" userId="6462ffc3c746bb1c" providerId="LiveId" clId="{572CFA61-6849-42BD-B1DA-93EA9D7DCECD}" dt="2025-12-12T08:29:21.119" v="2089" actId="20577"/>
          <ac:spMkLst>
            <pc:docMk/>
            <pc:sldMk cId="465671313" sldId="261"/>
            <ac:spMk id="2" creationId="{195AE836-9AC2-48E7-A742-F2B5DC96B48E}"/>
          </ac:spMkLst>
        </pc:spChg>
        <pc:picChg chg="add mod ord">
          <ac:chgData name="Niels Berglund" userId="6462ffc3c746bb1c" providerId="LiveId" clId="{572CFA61-6849-42BD-B1DA-93EA9D7DCECD}" dt="2025-12-08T05:30:16.718" v="1620" actId="167"/>
          <ac:picMkLst>
            <pc:docMk/>
            <pc:sldMk cId="465671313" sldId="261"/>
            <ac:picMk id="3" creationId="{2D378439-BD6A-7509-3FAB-BA03529A523C}"/>
          </ac:picMkLst>
        </pc:picChg>
      </pc:sldChg>
      <pc:sldChg chg="del">
        <pc:chgData name="Niels Berglund" userId="6462ffc3c746bb1c" providerId="LiveId" clId="{572CFA61-6849-42BD-B1DA-93EA9D7DCECD}" dt="2025-12-12T08:31:48.366" v="2096" actId="47"/>
        <pc:sldMkLst>
          <pc:docMk/>
          <pc:sldMk cId="2839801116" sldId="262"/>
        </pc:sldMkLst>
      </pc:sldChg>
      <pc:sldChg chg="del">
        <pc:chgData name="Niels Berglund" userId="6462ffc3c746bb1c" providerId="LiveId" clId="{572CFA61-6849-42BD-B1DA-93EA9D7DCECD}" dt="2025-12-12T08:31:50.174" v="2097" actId="47"/>
        <pc:sldMkLst>
          <pc:docMk/>
          <pc:sldMk cId="156162954" sldId="263"/>
        </pc:sldMkLst>
      </pc:sldChg>
      <pc:sldChg chg="del">
        <pc:chgData name="Niels Berglund" userId="6462ffc3c746bb1c" providerId="LiveId" clId="{572CFA61-6849-42BD-B1DA-93EA9D7DCECD}" dt="2025-12-12T08:31:51.943" v="2098" actId="47"/>
        <pc:sldMkLst>
          <pc:docMk/>
          <pc:sldMk cId="2328144897" sldId="264"/>
        </pc:sldMkLst>
      </pc:sldChg>
      <pc:sldChg chg="modSp mod modNotesTx">
        <pc:chgData name="Niels Berglund" userId="6462ffc3c746bb1c" providerId="LiveId" clId="{572CFA61-6849-42BD-B1DA-93EA9D7DCECD}" dt="2025-12-12T08:55:51.063" v="2589" actId="20577"/>
        <pc:sldMkLst>
          <pc:docMk/>
          <pc:sldMk cId="1280766974" sldId="265"/>
        </pc:sldMkLst>
        <pc:spChg chg="mod">
          <ac:chgData name="Niels Berglund" userId="6462ffc3c746bb1c" providerId="LiveId" clId="{572CFA61-6849-42BD-B1DA-93EA9D7DCECD}" dt="2025-12-12T08:53:14.293" v="2402" actId="20577"/>
          <ac:spMkLst>
            <pc:docMk/>
            <pc:sldMk cId="1280766974" sldId="265"/>
            <ac:spMk id="7" creationId="{9B3C7BF3-1368-7A69-7C0A-26B3B82B956B}"/>
          </ac:spMkLst>
        </pc:spChg>
        <pc:spChg chg="mod">
          <ac:chgData name="Niels Berglund" userId="6462ffc3c746bb1c" providerId="LiveId" clId="{572CFA61-6849-42BD-B1DA-93EA9D7DCECD}" dt="2025-12-12T08:55:06.069" v="2556" actId="5793"/>
          <ac:spMkLst>
            <pc:docMk/>
            <pc:sldMk cId="1280766974" sldId="265"/>
            <ac:spMk id="8" creationId="{3A9E5E13-5CC3-B50A-A29F-C1991B343B11}"/>
          </ac:spMkLst>
        </pc:spChg>
      </pc:sldChg>
      <pc:sldChg chg="modSp add del mod">
        <pc:chgData name="Niels Berglund" userId="6462ffc3c746bb1c" providerId="LiveId" clId="{572CFA61-6849-42BD-B1DA-93EA9D7DCECD}" dt="2025-12-12T08:32:30.131" v="2099" actId="47"/>
        <pc:sldMkLst>
          <pc:docMk/>
          <pc:sldMk cId="1006093960" sldId="266"/>
        </pc:sldMkLst>
      </pc:sldChg>
      <pc:sldChg chg="addSp modSp add mod modAnim">
        <pc:chgData name="Niels Berglund" userId="6462ffc3c746bb1c" providerId="LiveId" clId="{572CFA61-6849-42BD-B1DA-93EA9D7DCECD}" dt="2025-12-12T08:38:14.769" v="2377"/>
        <pc:sldMkLst>
          <pc:docMk/>
          <pc:sldMk cId="441496072" sldId="267"/>
        </pc:sldMkLst>
        <pc:spChg chg="add mod">
          <ac:chgData name="Niels Berglund" userId="6462ffc3c746bb1c" providerId="LiveId" clId="{572CFA61-6849-42BD-B1DA-93EA9D7DCECD}" dt="2025-12-12T08:38:07.445" v="2376" actId="1076"/>
          <ac:spMkLst>
            <pc:docMk/>
            <pc:sldMk cId="441496072" sldId="267"/>
            <ac:spMk id="2" creationId="{67C0E2B5-E493-9633-229F-2CA9C6780685}"/>
          </ac:spMkLst>
        </pc:spChg>
        <pc:spChg chg="mod">
          <ac:chgData name="Niels Berglund" userId="6462ffc3c746bb1c" providerId="LiveId" clId="{572CFA61-6849-42BD-B1DA-93EA9D7DCECD}" dt="2025-12-12T08:36:41.080" v="2341" actId="20577"/>
          <ac:spMkLst>
            <pc:docMk/>
            <pc:sldMk cId="441496072" sldId="267"/>
            <ac:spMk id="8" creationId="{C39D530C-03CA-731A-5739-31F26DAFE8E0}"/>
          </ac:spMkLst>
        </pc:spChg>
      </pc:sldChg>
      <pc:sldChg chg="addSp delSp modSp add mod">
        <pc:chgData name="Niels Berglund" userId="6462ffc3c746bb1c" providerId="LiveId" clId="{572CFA61-6849-42BD-B1DA-93EA9D7DCECD}" dt="2025-11-20T10:29:23.108" v="1243" actId="14100"/>
        <pc:sldMkLst>
          <pc:docMk/>
          <pc:sldMk cId="1644626494" sldId="342"/>
        </pc:sldMkLst>
        <pc:spChg chg="mod">
          <ac:chgData name="Niels Berglund" userId="6462ffc3c746bb1c" providerId="LiveId" clId="{572CFA61-6849-42BD-B1DA-93EA9D7DCECD}" dt="2025-11-20T10:29:18.222" v="1241" actId="1076"/>
          <ac:spMkLst>
            <pc:docMk/>
            <pc:sldMk cId="1644626494" sldId="342"/>
            <ac:spMk id="12" creationId="{8F076618-70B8-1760-E301-2A8DE85CC216}"/>
          </ac:spMkLst>
        </pc:spChg>
        <pc:picChg chg="add mod ord">
          <ac:chgData name="Niels Berglund" userId="6462ffc3c746bb1c" providerId="LiveId" clId="{572CFA61-6849-42BD-B1DA-93EA9D7DCECD}" dt="2025-11-20T10:29:23.108" v="1243" actId="14100"/>
          <ac:picMkLst>
            <pc:docMk/>
            <pc:sldMk cId="1644626494" sldId="342"/>
            <ac:picMk id="4" creationId="{A904B263-900C-1311-F9D8-A3509CE735C3}"/>
          </ac:picMkLst>
        </pc:picChg>
      </pc:sldChg>
      <pc:sldChg chg="addSp modSp add mod modAnim modNotesTx">
        <pc:chgData name="Niels Berglund" userId="6462ffc3c746bb1c" providerId="LiveId" clId="{572CFA61-6849-42BD-B1DA-93EA9D7DCECD}" dt="2025-12-12T08:56:50.960" v="2657" actId="20577"/>
        <pc:sldMkLst>
          <pc:docMk/>
          <pc:sldMk cId="1564535408" sldId="349"/>
        </pc:sldMkLst>
        <pc:spChg chg="mod">
          <ac:chgData name="Niels Berglund" userId="6462ffc3c746bb1c" providerId="LiveId" clId="{572CFA61-6849-42BD-B1DA-93EA9D7DCECD}" dt="2025-12-07T16:29:18.348" v="1390" actId="20577"/>
          <ac:spMkLst>
            <pc:docMk/>
            <pc:sldMk cId="1564535408" sldId="349"/>
            <ac:spMk id="2" creationId="{3A455A93-0D72-3D24-38DF-83349677541B}"/>
          </ac:spMkLst>
        </pc:spChg>
        <pc:spChg chg="add mod">
          <ac:chgData name="Niels Berglund" userId="6462ffc3c746bb1c" providerId="LiveId" clId="{572CFA61-6849-42BD-B1DA-93EA9D7DCECD}" dt="2025-12-07T17:39:34.957" v="1582" actId="1076"/>
          <ac:spMkLst>
            <pc:docMk/>
            <pc:sldMk cId="1564535408" sldId="349"/>
            <ac:spMk id="3" creationId="{E4BDFB52-828A-B51B-97B4-8D7A5BC5E745}"/>
          </ac:spMkLst>
        </pc:spChg>
        <pc:spChg chg="add mod">
          <ac:chgData name="Niels Berglund" userId="6462ffc3c746bb1c" providerId="LiveId" clId="{572CFA61-6849-42BD-B1DA-93EA9D7DCECD}" dt="2025-12-07T17:41:51.548" v="1608" actId="1076"/>
          <ac:spMkLst>
            <pc:docMk/>
            <pc:sldMk cId="1564535408" sldId="349"/>
            <ac:spMk id="4" creationId="{E667FD50-91A0-15EB-7ECE-4023C0159E4E}"/>
          </ac:spMkLst>
        </pc:spChg>
        <pc:spChg chg="add mod">
          <ac:chgData name="Niels Berglund" userId="6462ffc3c746bb1c" providerId="LiveId" clId="{572CFA61-6849-42BD-B1DA-93EA9D7DCECD}" dt="2025-12-07T17:39:45.628" v="1584" actId="1076"/>
          <ac:spMkLst>
            <pc:docMk/>
            <pc:sldMk cId="1564535408" sldId="349"/>
            <ac:spMk id="5" creationId="{DEE5ADA3-6DBC-34C1-081D-F7BDF8CF4640}"/>
          </ac:spMkLst>
        </pc:spChg>
        <pc:spChg chg="mod">
          <ac:chgData name="Niels Berglund" userId="6462ffc3c746bb1c" providerId="LiveId" clId="{572CFA61-6849-42BD-B1DA-93EA9D7DCECD}" dt="2025-12-07T17:39:31.450" v="1580" actId="1076"/>
          <ac:spMkLst>
            <pc:docMk/>
            <pc:sldMk cId="1564535408" sldId="349"/>
            <ac:spMk id="6" creationId="{660AFA28-DDA3-03CE-9ABA-81D2D0785E82}"/>
          </ac:spMkLst>
        </pc:spChg>
        <pc:spChg chg="add mod">
          <ac:chgData name="Niels Berglund" userId="6462ffc3c746bb1c" providerId="LiveId" clId="{572CFA61-6849-42BD-B1DA-93EA9D7DCECD}" dt="2025-12-07T17:39:57.483" v="1585" actId="1076"/>
          <ac:spMkLst>
            <pc:docMk/>
            <pc:sldMk cId="1564535408" sldId="349"/>
            <ac:spMk id="7" creationId="{34E7C445-1FE3-2B3F-EBAB-DC0823B2264A}"/>
          </ac:spMkLst>
        </pc:spChg>
        <pc:picChg chg="mod">
          <ac:chgData name="Niels Berglund" userId="6462ffc3c746bb1c" providerId="LiveId" clId="{572CFA61-6849-42BD-B1DA-93EA9D7DCECD}" dt="2025-12-07T17:43:06.181" v="1615" actId="1076"/>
          <ac:picMkLst>
            <pc:docMk/>
            <pc:sldMk cId="1564535408" sldId="349"/>
            <ac:picMk id="11" creationId="{ECF32407-BACD-39A4-A624-4B9E90E04FFB}"/>
          </ac:picMkLst>
        </pc:picChg>
        <pc:cxnChg chg="add mod">
          <ac:chgData name="Niels Berglund" userId="6462ffc3c746bb1c" providerId="LiveId" clId="{572CFA61-6849-42BD-B1DA-93EA9D7DCECD}" dt="2025-12-07T17:41:16.601" v="1602" actId="1076"/>
          <ac:cxnSpMkLst>
            <pc:docMk/>
            <pc:sldMk cId="1564535408" sldId="349"/>
            <ac:cxnSpMk id="9" creationId="{AE81492C-8719-FDB0-7E4C-0AE2068968CF}"/>
          </ac:cxnSpMkLst>
        </pc:cxnChg>
        <pc:cxnChg chg="add mod">
          <ac:chgData name="Niels Berglund" userId="6462ffc3c746bb1c" providerId="LiveId" clId="{572CFA61-6849-42BD-B1DA-93EA9D7DCECD}" dt="2025-12-07T17:41:27.367" v="1603" actId="1076"/>
          <ac:cxnSpMkLst>
            <pc:docMk/>
            <pc:sldMk cId="1564535408" sldId="349"/>
            <ac:cxnSpMk id="10" creationId="{B4A910D5-DEB4-3701-1999-7CC143B53EF9}"/>
          </ac:cxnSpMkLst>
        </pc:cxnChg>
        <pc:cxnChg chg="add mod">
          <ac:chgData name="Niels Berglund" userId="6462ffc3c746bb1c" providerId="LiveId" clId="{572CFA61-6849-42BD-B1DA-93EA9D7DCECD}" dt="2025-12-07T17:41:38.756" v="1606" actId="1076"/>
          <ac:cxnSpMkLst>
            <pc:docMk/>
            <pc:sldMk cId="1564535408" sldId="349"/>
            <ac:cxnSpMk id="12" creationId="{221632AD-14FA-F294-E1DA-D2B111C3B244}"/>
          </ac:cxnSpMkLst>
        </pc:cxnChg>
        <pc:cxnChg chg="add mod">
          <ac:chgData name="Niels Berglund" userId="6462ffc3c746bb1c" providerId="LiveId" clId="{572CFA61-6849-42BD-B1DA-93EA9D7DCECD}" dt="2025-12-07T17:42:09.878" v="1610" actId="1076"/>
          <ac:cxnSpMkLst>
            <pc:docMk/>
            <pc:sldMk cId="1564535408" sldId="349"/>
            <ac:cxnSpMk id="13" creationId="{FAF2FC4C-7ED6-F3B9-1C7C-813C87721EDA}"/>
          </ac:cxnSpMkLst>
        </pc:cxnChg>
      </pc:sldChg>
      <pc:sldChg chg="addSp delSp modSp new mod modClrScheme modShow chgLayout">
        <pc:chgData name="Niels Berglund" userId="6462ffc3c746bb1c" providerId="LiveId" clId="{572CFA61-6849-42BD-B1DA-93EA9D7DCECD}" dt="2025-12-12T08:30:44.332" v="2095" actId="729"/>
        <pc:sldMkLst>
          <pc:docMk/>
          <pc:sldMk cId="1954068189" sldId="350"/>
        </pc:sldMkLst>
        <pc:spChg chg="del mod ord">
          <ac:chgData name="Niels Berglund" userId="6462ffc3c746bb1c" providerId="LiveId" clId="{572CFA61-6849-42BD-B1DA-93EA9D7DCECD}" dt="2025-12-12T06:37:30.813" v="1663" actId="700"/>
          <ac:spMkLst>
            <pc:docMk/>
            <pc:sldMk cId="1954068189" sldId="350"/>
            <ac:spMk id="2" creationId="{12C75781-CCAB-AEEF-3C2B-D149F7663EB6}"/>
          </ac:spMkLst>
        </pc:spChg>
        <pc:spChg chg="del">
          <ac:chgData name="Niels Berglund" userId="6462ffc3c746bb1c" providerId="LiveId" clId="{572CFA61-6849-42BD-B1DA-93EA9D7DCECD}" dt="2025-12-12T06:37:30.813" v="1663" actId="700"/>
          <ac:spMkLst>
            <pc:docMk/>
            <pc:sldMk cId="1954068189" sldId="350"/>
            <ac:spMk id="3" creationId="{7DF7FEBF-B503-73FE-51AC-DB091F6A9F05}"/>
          </ac:spMkLst>
        </pc:spChg>
        <pc:spChg chg="del">
          <ac:chgData name="Niels Berglund" userId="6462ffc3c746bb1c" providerId="LiveId" clId="{572CFA61-6849-42BD-B1DA-93EA9D7DCECD}" dt="2025-12-12T06:37:30.813" v="1663" actId="700"/>
          <ac:spMkLst>
            <pc:docMk/>
            <pc:sldMk cId="1954068189" sldId="350"/>
            <ac:spMk id="4" creationId="{16993199-6866-8137-D418-ADAF33A1C6AF}"/>
          </ac:spMkLst>
        </pc:spChg>
        <pc:spChg chg="del">
          <ac:chgData name="Niels Berglund" userId="6462ffc3c746bb1c" providerId="LiveId" clId="{572CFA61-6849-42BD-B1DA-93EA9D7DCECD}" dt="2025-12-12T06:37:30.813" v="1663" actId="700"/>
          <ac:spMkLst>
            <pc:docMk/>
            <pc:sldMk cId="1954068189" sldId="350"/>
            <ac:spMk id="5" creationId="{88C77F2D-7DAB-7D50-17C5-2BCB591CBBA3}"/>
          </ac:spMkLst>
        </pc:spChg>
        <pc:spChg chg="del">
          <ac:chgData name="Niels Berglund" userId="6462ffc3c746bb1c" providerId="LiveId" clId="{572CFA61-6849-42BD-B1DA-93EA9D7DCECD}" dt="2025-12-12T06:37:30.813" v="1663" actId="700"/>
          <ac:spMkLst>
            <pc:docMk/>
            <pc:sldMk cId="1954068189" sldId="350"/>
            <ac:spMk id="6" creationId="{6958405D-47C6-1EF9-D48B-DBBADE416B11}"/>
          </ac:spMkLst>
        </pc:spChg>
        <pc:spChg chg="add mod ord">
          <ac:chgData name="Niels Berglund" userId="6462ffc3c746bb1c" providerId="LiveId" clId="{572CFA61-6849-42BD-B1DA-93EA9D7DCECD}" dt="2025-12-12T06:37:30.813" v="1663" actId="700"/>
          <ac:spMkLst>
            <pc:docMk/>
            <pc:sldMk cId="1954068189" sldId="350"/>
            <ac:spMk id="7" creationId="{4306E063-265B-3AFD-CB9A-BE86B0F1042D}"/>
          </ac:spMkLst>
        </pc:spChg>
        <pc:picChg chg="add mod">
          <ac:chgData name="Niels Berglund" userId="6462ffc3c746bb1c" providerId="LiveId" clId="{572CFA61-6849-42BD-B1DA-93EA9D7DCECD}" dt="2025-12-12T08:13:41.822" v="2009" actId="1076"/>
          <ac:picMkLst>
            <pc:docMk/>
            <pc:sldMk cId="1954068189" sldId="350"/>
            <ac:picMk id="9" creationId="{1C5077C3-D9C2-DF5A-808F-88E4E0309E65}"/>
          </ac:picMkLst>
        </pc:picChg>
      </pc:sldChg>
      <pc:sldChg chg="addSp delSp modSp new mod modClrScheme modAnim chgLayout">
        <pc:chgData name="Niels Berglund" userId="6462ffc3c746bb1c" providerId="LiveId" clId="{572CFA61-6849-42BD-B1DA-93EA9D7DCECD}" dt="2025-12-12T08:51:44.471" v="2401"/>
        <pc:sldMkLst>
          <pc:docMk/>
          <pc:sldMk cId="3979798783" sldId="351"/>
        </pc:sldMkLst>
        <pc:spChg chg="del mod ord">
          <ac:chgData name="Niels Berglund" userId="6462ffc3c746bb1c" providerId="LiveId" clId="{572CFA61-6849-42BD-B1DA-93EA9D7DCECD}" dt="2025-12-12T06:38:34.727" v="1670" actId="700"/>
          <ac:spMkLst>
            <pc:docMk/>
            <pc:sldMk cId="3979798783" sldId="351"/>
            <ac:spMk id="2" creationId="{1D7A5606-DD2E-7500-F35F-AD60FEFD1AC1}"/>
          </ac:spMkLst>
        </pc:spChg>
        <pc:spChg chg="del">
          <ac:chgData name="Niels Berglund" userId="6462ffc3c746bb1c" providerId="LiveId" clId="{572CFA61-6849-42BD-B1DA-93EA9D7DCECD}" dt="2025-12-12T06:38:34.727" v="1670" actId="700"/>
          <ac:spMkLst>
            <pc:docMk/>
            <pc:sldMk cId="3979798783" sldId="351"/>
            <ac:spMk id="3" creationId="{F7952BC0-B1C9-7AFC-9D32-EF8E36B2D94C}"/>
          </ac:spMkLst>
        </pc:spChg>
        <pc:spChg chg="del">
          <ac:chgData name="Niels Berglund" userId="6462ffc3c746bb1c" providerId="LiveId" clId="{572CFA61-6849-42BD-B1DA-93EA9D7DCECD}" dt="2025-12-12T06:38:34.727" v="1670" actId="700"/>
          <ac:spMkLst>
            <pc:docMk/>
            <pc:sldMk cId="3979798783" sldId="351"/>
            <ac:spMk id="4" creationId="{0C5161B7-71C3-9E5B-3E61-7E940302DEB8}"/>
          </ac:spMkLst>
        </pc:spChg>
        <pc:spChg chg="del">
          <ac:chgData name="Niels Berglund" userId="6462ffc3c746bb1c" providerId="LiveId" clId="{572CFA61-6849-42BD-B1DA-93EA9D7DCECD}" dt="2025-12-12T06:38:34.727" v="1670" actId="700"/>
          <ac:spMkLst>
            <pc:docMk/>
            <pc:sldMk cId="3979798783" sldId="351"/>
            <ac:spMk id="5" creationId="{5C9CFFDF-44C2-A239-9085-E145746131DC}"/>
          </ac:spMkLst>
        </pc:spChg>
        <pc:spChg chg="del">
          <ac:chgData name="Niels Berglund" userId="6462ffc3c746bb1c" providerId="LiveId" clId="{572CFA61-6849-42BD-B1DA-93EA9D7DCECD}" dt="2025-12-12T06:38:34.727" v="1670" actId="700"/>
          <ac:spMkLst>
            <pc:docMk/>
            <pc:sldMk cId="3979798783" sldId="351"/>
            <ac:spMk id="6" creationId="{264E9646-89D2-12C5-2F48-92F9A5388149}"/>
          </ac:spMkLst>
        </pc:spChg>
        <pc:spChg chg="add mod ord">
          <ac:chgData name="Niels Berglund" userId="6462ffc3c746bb1c" providerId="LiveId" clId="{572CFA61-6849-42BD-B1DA-93EA9D7DCECD}" dt="2025-12-12T08:29:49.516" v="2092"/>
          <ac:spMkLst>
            <pc:docMk/>
            <pc:sldMk cId="3979798783" sldId="351"/>
            <ac:spMk id="7" creationId="{7A22CA21-E1B3-1015-956A-9169EB320B95}"/>
          </ac:spMkLst>
        </pc:spChg>
        <pc:spChg chg="add mod">
          <ac:chgData name="Niels Berglund" userId="6462ffc3c746bb1c" providerId="LiveId" clId="{572CFA61-6849-42BD-B1DA-93EA9D7DCECD}" dt="2025-12-12T08:30:00.582" v="2093" actId="1076"/>
          <ac:spMkLst>
            <pc:docMk/>
            <pc:sldMk cId="3979798783" sldId="351"/>
            <ac:spMk id="8" creationId="{D68C2F14-EBBE-4C10-D51C-47CFD129C58A}"/>
          </ac:spMkLst>
        </pc:spChg>
        <pc:spChg chg="add mod">
          <ac:chgData name="Niels Berglund" userId="6462ffc3c746bb1c" providerId="LiveId" clId="{572CFA61-6849-42BD-B1DA-93EA9D7DCECD}" dt="2025-12-12T08:30:00.582" v="2093" actId="1076"/>
          <ac:spMkLst>
            <pc:docMk/>
            <pc:sldMk cId="3979798783" sldId="351"/>
            <ac:spMk id="9" creationId="{F7D93BC4-AA89-CEFB-3B37-A4A1B6BEBABF}"/>
          </ac:spMkLst>
        </pc:spChg>
        <pc:spChg chg="add del mod">
          <ac:chgData name="Niels Berglund" userId="6462ffc3c746bb1c" providerId="LiveId" clId="{572CFA61-6849-42BD-B1DA-93EA9D7DCECD}" dt="2025-12-12T08:25:17.206" v="2047" actId="478"/>
          <ac:spMkLst>
            <pc:docMk/>
            <pc:sldMk cId="3979798783" sldId="351"/>
            <ac:spMk id="10" creationId="{C7028670-F9F0-A676-8869-036E8590CF3A}"/>
          </ac:spMkLst>
        </pc:spChg>
        <pc:spChg chg="add mod">
          <ac:chgData name="Niels Berglund" userId="6462ffc3c746bb1c" providerId="LiveId" clId="{572CFA61-6849-42BD-B1DA-93EA9D7DCECD}" dt="2025-12-12T08:30:00.582" v="2093" actId="1076"/>
          <ac:spMkLst>
            <pc:docMk/>
            <pc:sldMk cId="3979798783" sldId="351"/>
            <ac:spMk id="11" creationId="{36F4207A-B716-E3BC-3A1F-92AC32C0E11D}"/>
          </ac:spMkLst>
        </pc:spChg>
        <pc:spChg chg="add mod">
          <ac:chgData name="Niels Berglund" userId="6462ffc3c746bb1c" providerId="LiveId" clId="{572CFA61-6849-42BD-B1DA-93EA9D7DCECD}" dt="2025-12-12T08:30:00.582" v="2093" actId="1076"/>
          <ac:spMkLst>
            <pc:docMk/>
            <pc:sldMk cId="3979798783" sldId="351"/>
            <ac:spMk id="12" creationId="{56FF9F36-F327-BDE8-8F11-BC4D13B8C719}"/>
          </ac:spMkLst>
        </pc:spChg>
        <pc:spChg chg="add mod">
          <ac:chgData name="Niels Berglund" userId="6462ffc3c746bb1c" providerId="LiveId" clId="{572CFA61-6849-42BD-B1DA-93EA9D7DCECD}" dt="2025-12-12T06:39:29.509" v="1675" actId="6549"/>
          <ac:spMkLst>
            <pc:docMk/>
            <pc:sldMk cId="3979798783" sldId="351"/>
            <ac:spMk id="15" creationId="{8D8F5D63-2BE1-39FE-D17B-5360648D2ECB}"/>
          </ac:spMkLst>
        </pc:spChg>
        <pc:spChg chg="add mod">
          <ac:chgData name="Niels Berglund" userId="6462ffc3c746bb1c" providerId="LiveId" clId="{572CFA61-6849-42BD-B1DA-93EA9D7DCECD}" dt="2025-12-12T08:09:00.405" v="1982" actId="14100"/>
          <ac:spMkLst>
            <pc:docMk/>
            <pc:sldMk cId="3979798783" sldId="351"/>
            <ac:spMk id="18" creationId="{44D3DCA2-0C90-9412-0CD9-EBFD6610F8F5}"/>
          </ac:spMkLst>
        </pc:spChg>
        <pc:spChg chg="add mod">
          <ac:chgData name="Niels Berglund" userId="6462ffc3c746bb1c" providerId="LiveId" clId="{572CFA61-6849-42BD-B1DA-93EA9D7DCECD}" dt="2025-12-12T08:30:00.582" v="2093" actId="1076"/>
          <ac:spMkLst>
            <pc:docMk/>
            <pc:sldMk cId="3979798783" sldId="351"/>
            <ac:spMk id="19" creationId="{51029F97-1B9E-2043-7BC8-9A40EC979E39}"/>
          </ac:spMkLst>
        </pc:spChg>
        <pc:spChg chg="add del mod">
          <ac:chgData name="Niels Berglund" userId="6462ffc3c746bb1c" providerId="LiveId" clId="{572CFA61-6849-42BD-B1DA-93EA9D7DCECD}" dt="2025-12-12T07:59:41.085" v="1906" actId="478"/>
          <ac:spMkLst>
            <pc:docMk/>
            <pc:sldMk cId="3979798783" sldId="351"/>
            <ac:spMk id="20" creationId="{286287A2-7EC6-DBCC-0F2A-CBB1ED880124}"/>
          </ac:spMkLst>
        </pc:spChg>
        <pc:spChg chg="add del mod">
          <ac:chgData name="Niels Berglund" userId="6462ffc3c746bb1c" providerId="LiveId" clId="{572CFA61-6849-42BD-B1DA-93EA9D7DCECD}" dt="2025-12-12T06:50:22.926" v="1731" actId="478"/>
          <ac:spMkLst>
            <pc:docMk/>
            <pc:sldMk cId="3979798783" sldId="351"/>
            <ac:spMk id="21" creationId="{A703CB4F-CFB5-01D8-3784-5E4F68C369A1}"/>
          </ac:spMkLst>
        </pc:spChg>
        <pc:spChg chg="add del mod">
          <ac:chgData name="Niels Berglund" userId="6462ffc3c746bb1c" providerId="LiveId" clId="{572CFA61-6849-42BD-B1DA-93EA9D7DCECD}" dt="2025-12-12T06:57:44.685" v="1774" actId="478"/>
          <ac:spMkLst>
            <pc:docMk/>
            <pc:sldMk cId="3979798783" sldId="351"/>
            <ac:spMk id="33" creationId="{86F5834E-D5C0-753C-58C6-14C3AA5FDD04}"/>
          </ac:spMkLst>
        </pc:spChg>
        <pc:spChg chg="add mod">
          <ac:chgData name="Niels Berglund" userId="6462ffc3c746bb1c" providerId="LiveId" clId="{572CFA61-6849-42BD-B1DA-93EA9D7DCECD}" dt="2025-12-12T08:30:00.582" v="2093" actId="1076"/>
          <ac:spMkLst>
            <pc:docMk/>
            <pc:sldMk cId="3979798783" sldId="351"/>
            <ac:spMk id="39" creationId="{A835A4D7-EEC0-52A4-2753-C7CA6F5AA464}"/>
          </ac:spMkLst>
        </pc:spChg>
        <pc:spChg chg="add mod topLvl">
          <ac:chgData name="Niels Berglund" userId="6462ffc3c746bb1c" providerId="LiveId" clId="{572CFA61-6849-42BD-B1DA-93EA9D7DCECD}" dt="2025-12-12T08:46:31.658" v="2378" actId="338"/>
          <ac:spMkLst>
            <pc:docMk/>
            <pc:sldMk cId="3979798783" sldId="351"/>
            <ac:spMk id="40" creationId="{C2B66571-A3AB-BADC-A3C5-25C1DF5F0BC1}"/>
          </ac:spMkLst>
        </pc:spChg>
        <pc:spChg chg="add mod">
          <ac:chgData name="Niels Berglund" userId="6462ffc3c746bb1c" providerId="LiveId" clId="{572CFA61-6849-42BD-B1DA-93EA9D7DCECD}" dt="2025-12-12T08:27:17.266" v="2063" actId="1076"/>
          <ac:spMkLst>
            <pc:docMk/>
            <pc:sldMk cId="3979798783" sldId="351"/>
            <ac:spMk id="46" creationId="{41EE60AF-47B7-2373-3A8A-624D2944744C}"/>
          </ac:spMkLst>
        </pc:spChg>
        <pc:spChg chg="add mod">
          <ac:chgData name="Niels Berglund" userId="6462ffc3c746bb1c" providerId="LiveId" clId="{572CFA61-6849-42BD-B1DA-93EA9D7DCECD}" dt="2025-12-12T08:30:00.582" v="2093" actId="1076"/>
          <ac:spMkLst>
            <pc:docMk/>
            <pc:sldMk cId="3979798783" sldId="351"/>
            <ac:spMk id="51" creationId="{6C9D3827-2AA5-159A-A41C-35B4E5FFD62F}"/>
          </ac:spMkLst>
        </pc:spChg>
        <pc:spChg chg="mod">
          <ac:chgData name="Niels Berglund" userId="6462ffc3c746bb1c" providerId="LiveId" clId="{572CFA61-6849-42BD-B1DA-93EA9D7DCECD}" dt="2025-12-12T08:06:02.933" v="1951" actId="1076"/>
          <ac:spMkLst>
            <pc:docMk/>
            <pc:sldMk cId="3979798783" sldId="351"/>
            <ac:spMk id="63" creationId="{8A202332-4124-B054-85BB-D1500EB72A50}"/>
          </ac:spMkLst>
        </pc:spChg>
        <pc:spChg chg="mod">
          <ac:chgData name="Niels Berglund" userId="6462ffc3c746bb1c" providerId="LiveId" clId="{572CFA61-6849-42BD-B1DA-93EA9D7DCECD}" dt="2025-12-12T08:23:15.847" v="2016" actId="1076"/>
          <ac:spMkLst>
            <pc:docMk/>
            <pc:sldMk cId="3979798783" sldId="351"/>
            <ac:spMk id="66" creationId="{E3122539-1F6B-D3A0-27E9-92127A5FC93B}"/>
          </ac:spMkLst>
        </pc:spChg>
        <pc:spChg chg="mod">
          <ac:chgData name="Niels Berglund" userId="6462ffc3c746bb1c" providerId="LiveId" clId="{572CFA61-6849-42BD-B1DA-93EA9D7DCECD}" dt="2025-12-12T08:10:28.117" v="1983"/>
          <ac:spMkLst>
            <pc:docMk/>
            <pc:sldMk cId="3979798783" sldId="351"/>
            <ac:spMk id="73" creationId="{6C27E2FE-A17E-FAF6-38C1-890744A1342E}"/>
          </ac:spMkLst>
        </pc:spChg>
        <pc:spChg chg="add mod">
          <ac:chgData name="Niels Berglund" userId="6462ffc3c746bb1c" providerId="LiveId" clId="{572CFA61-6849-42BD-B1DA-93EA9D7DCECD}" dt="2025-12-12T08:46:51.602" v="2379" actId="164"/>
          <ac:spMkLst>
            <pc:docMk/>
            <pc:sldMk cId="3979798783" sldId="351"/>
            <ac:spMk id="76" creationId="{228E896F-F895-B135-99F7-189FEDA3D1C4}"/>
          </ac:spMkLst>
        </pc:spChg>
        <pc:spChg chg="add mod">
          <ac:chgData name="Niels Berglund" userId="6462ffc3c746bb1c" providerId="LiveId" clId="{572CFA61-6849-42BD-B1DA-93EA9D7DCECD}" dt="2025-12-12T08:50:59.911" v="2398" actId="1076"/>
          <ac:spMkLst>
            <pc:docMk/>
            <pc:sldMk cId="3979798783" sldId="351"/>
            <ac:spMk id="79" creationId="{6D6A4B01-29C5-21FF-3817-04437F5FBD5D}"/>
          </ac:spMkLst>
        </pc:spChg>
        <pc:spChg chg="add mod topLvl">
          <ac:chgData name="Niels Berglund" userId="6462ffc3c746bb1c" providerId="LiveId" clId="{572CFA61-6849-42BD-B1DA-93EA9D7DCECD}" dt="2025-12-12T08:51:10.316" v="2399" actId="1076"/>
          <ac:spMkLst>
            <pc:docMk/>
            <pc:sldMk cId="3979798783" sldId="351"/>
            <ac:spMk id="84" creationId="{FACFBA16-F513-F541-626F-CCF381F37902}"/>
          </ac:spMkLst>
        </pc:spChg>
        <pc:grpChg chg="add del mod">
          <ac:chgData name="Niels Berglund" userId="6462ffc3c746bb1c" providerId="LiveId" clId="{572CFA61-6849-42BD-B1DA-93EA9D7DCECD}" dt="2025-12-12T08:11:23.036" v="1995" actId="165"/>
          <ac:grpSpMkLst>
            <pc:docMk/>
            <pc:sldMk cId="3979798783" sldId="351"/>
            <ac:grpSpMk id="47" creationId="{5D4D4C16-5058-06F4-2450-E637576D4777}"/>
          </ac:grpSpMkLst>
        </pc:grpChg>
        <pc:grpChg chg="add mod">
          <ac:chgData name="Niels Berglund" userId="6462ffc3c746bb1c" providerId="LiveId" clId="{572CFA61-6849-42BD-B1DA-93EA9D7DCECD}" dt="2025-12-12T08:12:02.817" v="2000" actId="1076"/>
          <ac:grpSpMkLst>
            <pc:docMk/>
            <pc:sldMk cId="3979798783" sldId="351"/>
            <ac:grpSpMk id="60" creationId="{84EBF2EE-2D8D-6A8B-9D09-AF5BF2E0FBF8}"/>
          </ac:grpSpMkLst>
        </pc:grpChg>
        <pc:grpChg chg="add mod">
          <ac:chgData name="Niels Berglund" userId="6462ffc3c746bb1c" providerId="LiveId" clId="{572CFA61-6849-42BD-B1DA-93EA9D7DCECD}" dt="2025-12-12T08:05:49.167" v="1935" actId="1076"/>
          <ac:grpSpMkLst>
            <pc:docMk/>
            <pc:sldMk cId="3979798783" sldId="351"/>
            <ac:grpSpMk id="61" creationId="{0C38A0D2-BD5E-DD3C-94DF-DD915A2B3F21}"/>
          </ac:grpSpMkLst>
        </pc:grpChg>
        <pc:grpChg chg="add mod">
          <ac:chgData name="Niels Berglund" userId="6462ffc3c746bb1c" providerId="LiveId" clId="{572CFA61-6849-42BD-B1DA-93EA9D7DCECD}" dt="2025-12-12T08:06:27.176" v="1955" actId="1076"/>
          <ac:grpSpMkLst>
            <pc:docMk/>
            <pc:sldMk cId="3979798783" sldId="351"/>
            <ac:grpSpMk id="64" creationId="{E1635DA3-A946-79CF-3F75-7368C224EDEE}"/>
          </ac:grpSpMkLst>
        </pc:grpChg>
        <pc:grpChg chg="add mod">
          <ac:chgData name="Niels Berglund" userId="6462ffc3c746bb1c" providerId="LiveId" clId="{572CFA61-6849-42BD-B1DA-93EA9D7DCECD}" dt="2025-12-12T08:11:01.511" v="1991" actId="1076"/>
          <ac:grpSpMkLst>
            <pc:docMk/>
            <pc:sldMk cId="3979798783" sldId="351"/>
            <ac:grpSpMk id="71" creationId="{4F3CA4CF-67FB-75A7-4EEF-514810C809BF}"/>
          </ac:grpSpMkLst>
        </pc:grpChg>
        <pc:grpChg chg="add mod">
          <ac:chgData name="Niels Berglund" userId="6462ffc3c746bb1c" providerId="LiveId" clId="{572CFA61-6849-42BD-B1DA-93EA9D7DCECD}" dt="2025-12-12T08:46:31.658" v="2378" actId="338"/>
          <ac:grpSpMkLst>
            <pc:docMk/>
            <pc:sldMk cId="3979798783" sldId="351"/>
            <ac:grpSpMk id="86" creationId="{72605ABB-48D4-80B6-96C2-71340CCD0598}"/>
          </ac:grpSpMkLst>
        </pc:grpChg>
        <pc:grpChg chg="add mod">
          <ac:chgData name="Niels Berglund" userId="6462ffc3c746bb1c" providerId="LiveId" clId="{572CFA61-6849-42BD-B1DA-93EA9D7DCECD}" dt="2025-12-12T08:46:51.602" v="2379" actId="164"/>
          <ac:grpSpMkLst>
            <pc:docMk/>
            <pc:sldMk cId="3979798783" sldId="351"/>
            <ac:grpSpMk id="87" creationId="{CBBD5B81-A93F-8D75-EBC8-B2BE3CB2DAEC}"/>
          </ac:grpSpMkLst>
        </pc:grpChg>
        <pc:grpChg chg="add del mod">
          <ac:chgData name="Niels Berglund" userId="6462ffc3c746bb1c" providerId="LiveId" clId="{572CFA61-6849-42BD-B1DA-93EA9D7DCECD}" dt="2025-12-12T08:49:47.557" v="2391" actId="165"/>
          <ac:grpSpMkLst>
            <pc:docMk/>
            <pc:sldMk cId="3979798783" sldId="351"/>
            <ac:grpSpMk id="88" creationId="{23A7063C-96B4-683F-33BB-F667383ADF4F}"/>
          </ac:grpSpMkLst>
        </pc:grpChg>
        <pc:grpChg chg="add mod">
          <ac:chgData name="Niels Berglund" userId="6462ffc3c746bb1c" providerId="LiveId" clId="{572CFA61-6849-42BD-B1DA-93EA9D7DCECD}" dt="2025-12-12T08:47:40.007" v="2381" actId="164"/>
          <ac:grpSpMkLst>
            <pc:docMk/>
            <pc:sldMk cId="3979798783" sldId="351"/>
            <ac:grpSpMk id="89" creationId="{70D63B72-0CF5-9E5B-F0A0-AD926A5251CB}"/>
          </ac:grpSpMkLst>
        </pc:grpChg>
        <pc:picChg chg="add mod ord">
          <ac:chgData name="Niels Berglund" userId="6462ffc3c746bb1c" providerId="LiveId" clId="{572CFA61-6849-42BD-B1DA-93EA9D7DCECD}" dt="2025-12-12T08:50:44.198" v="2397" actId="1076"/>
          <ac:picMkLst>
            <pc:docMk/>
            <pc:sldMk cId="3979798783" sldId="351"/>
            <ac:picMk id="85" creationId="{C410CED1-44B1-604F-A981-EB25D18BFCF5}"/>
          </ac:picMkLst>
        </pc:picChg>
        <pc:cxnChg chg="add del mod">
          <ac:chgData name="Niels Berglund" userId="6462ffc3c746bb1c" providerId="LiveId" clId="{572CFA61-6849-42BD-B1DA-93EA9D7DCECD}" dt="2025-12-12T06:39:12.869" v="1673" actId="478"/>
          <ac:cxnSpMkLst>
            <pc:docMk/>
            <pc:sldMk cId="3979798783" sldId="351"/>
            <ac:cxnSpMk id="13" creationId="{6E213A44-7238-E8CB-5D8B-A409062C2A87}"/>
          </ac:cxnSpMkLst>
        </pc:cxnChg>
        <pc:cxnChg chg="add del mod">
          <ac:chgData name="Niels Berglund" userId="6462ffc3c746bb1c" providerId="LiveId" clId="{572CFA61-6849-42BD-B1DA-93EA9D7DCECD}" dt="2025-12-12T06:39:15.773" v="1674" actId="478"/>
          <ac:cxnSpMkLst>
            <pc:docMk/>
            <pc:sldMk cId="3979798783" sldId="351"/>
            <ac:cxnSpMk id="14" creationId="{EF5A33EC-93C3-88DE-D45B-F8E7580E1D69}"/>
          </ac:cxnSpMkLst>
        </pc:cxnChg>
        <pc:cxnChg chg="add del mod">
          <ac:chgData name="Niels Berglund" userId="6462ffc3c746bb1c" providerId="LiveId" clId="{572CFA61-6849-42BD-B1DA-93EA9D7DCECD}" dt="2025-12-12T06:50:50.918" v="1733" actId="478"/>
          <ac:cxnSpMkLst>
            <pc:docMk/>
            <pc:sldMk cId="3979798783" sldId="351"/>
            <ac:cxnSpMk id="23" creationId="{AE384596-1E73-205C-B412-077CF3BF2023}"/>
          </ac:cxnSpMkLst>
        </pc:cxnChg>
        <pc:cxnChg chg="add del mod">
          <ac:chgData name="Niels Berglund" userId="6462ffc3c746bb1c" providerId="LiveId" clId="{572CFA61-6849-42BD-B1DA-93EA9D7DCECD}" dt="2025-12-12T08:07:22.407" v="1970" actId="478"/>
          <ac:cxnSpMkLst>
            <pc:docMk/>
            <pc:sldMk cId="3979798783" sldId="351"/>
            <ac:cxnSpMk id="25" creationId="{823FB217-B0EB-E6AA-2A35-48DF12131579}"/>
          </ac:cxnSpMkLst>
        </pc:cxnChg>
        <pc:cxnChg chg="add del mod">
          <ac:chgData name="Niels Berglund" userId="6462ffc3c746bb1c" providerId="LiveId" clId="{572CFA61-6849-42BD-B1DA-93EA9D7DCECD}" dt="2025-12-12T06:53:01.040" v="1748" actId="478"/>
          <ac:cxnSpMkLst>
            <pc:docMk/>
            <pc:sldMk cId="3979798783" sldId="351"/>
            <ac:cxnSpMk id="27" creationId="{F87ACCCA-2AFF-C1DA-0289-80E34DB6C37B}"/>
          </ac:cxnSpMkLst>
        </pc:cxnChg>
        <pc:cxnChg chg="add del mod">
          <ac:chgData name="Niels Berglund" userId="6462ffc3c746bb1c" providerId="LiveId" clId="{572CFA61-6849-42BD-B1DA-93EA9D7DCECD}" dt="2025-12-12T06:54:47.980" v="1758" actId="478"/>
          <ac:cxnSpMkLst>
            <pc:docMk/>
            <pc:sldMk cId="3979798783" sldId="351"/>
            <ac:cxnSpMk id="29" creationId="{F289376D-770D-B0C9-5920-B3F230529789}"/>
          </ac:cxnSpMkLst>
        </pc:cxnChg>
        <pc:cxnChg chg="add del mod">
          <ac:chgData name="Niels Berglund" userId="6462ffc3c746bb1c" providerId="LiveId" clId="{572CFA61-6849-42BD-B1DA-93EA9D7DCECD}" dt="2025-12-12T08:08:04.894" v="1974" actId="478"/>
          <ac:cxnSpMkLst>
            <pc:docMk/>
            <pc:sldMk cId="3979798783" sldId="351"/>
            <ac:cxnSpMk id="32" creationId="{418C76F5-D037-64EF-E8FF-7474D65C471E}"/>
          </ac:cxnSpMkLst>
        </pc:cxnChg>
        <pc:cxnChg chg="add mod topLvl">
          <ac:chgData name="Niels Berglund" userId="6462ffc3c746bb1c" providerId="LiveId" clId="{572CFA61-6849-42BD-B1DA-93EA9D7DCECD}" dt="2025-12-12T08:46:31.658" v="2378" actId="338"/>
          <ac:cxnSpMkLst>
            <pc:docMk/>
            <pc:sldMk cId="3979798783" sldId="351"/>
            <ac:cxnSpMk id="37" creationId="{C267FEDD-D442-9847-6DAD-CFD07E986CAC}"/>
          </ac:cxnSpMkLst>
        </pc:cxnChg>
        <pc:cxnChg chg="add mod">
          <ac:chgData name="Niels Berglund" userId="6462ffc3c746bb1c" providerId="LiveId" clId="{572CFA61-6849-42BD-B1DA-93EA9D7DCECD}" dt="2025-12-12T08:03:04.708" v="1932" actId="164"/>
          <ac:cxnSpMkLst>
            <pc:docMk/>
            <pc:sldMk cId="3979798783" sldId="351"/>
            <ac:cxnSpMk id="42" creationId="{9B0E2FC3-2AC1-929B-356F-FFD9EF83BC61}"/>
          </ac:cxnSpMkLst>
        </pc:cxnChg>
        <pc:cxnChg chg="add del mod">
          <ac:chgData name="Niels Berglund" userId="6462ffc3c746bb1c" providerId="LiveId" clId="{572CFA61-6849-42BD-B1DA-93EA9D7DCECD}" dt="2025-12-12T08:08:07.586" v="1975" actId="478"/>
          <ac:cxnSpMkLst>
            <pc:docMk/>
            <pc:sldMk cId="3979798783" sldId="351"/>
            <ac:cxnSpMk id="55" creationId="{BEBFF0A8-77E8-A18F-4B1C-2777B9991532}"/>
          </ac:cxnSpMkLst>
        </pc:cxnChg>
        <pc:cxnChg chg="add del mod">
          <ac:chgData name="Niels Berglund" userId="6462ffc3c746bb1c" providerId="LiveId" clId="{572CFA61-6849-42BD-B1DA-93EA9D7DCECD}" dt="2025-12-12T08:01:46.246" v="1924" actId="478"/>
          <ac:cxnSpMkLst>
            <pc:docMk/>
            <pc:sldMk cId="3979798783" sldId="351"/>
            <ac:cxnSpMk id="57" creationId="{177AED1C-16C1-0A2A-DC5A-B9CE88C65EBD}"/>
          </ac:cxnSpMkLst>
        </pc:cxnChg>
        <pc:cxnChg chg="add del mod">
          <ac:chgData name="Niels Berglund" userId="6462ffc3c746bb1c" providerId="LiveId" clId="{572CFA61-6849-42BD-B1DA-93EA9D7DCECD}" dt="2025-12-12T08:08:10.501" v="1976" actId="478"/>
          <ac:cxnSpMkLst>
            <pc:docMk/>
            <pc:sldMk cId="3979798783" sldId="351"/>
            <ac:cxnSpMk id="59" creationId="{D01EFDE6-0B50-3C36-DEEA-B96C4086DF48}"/>
          </ac:cxnSpMkLst>
        </pc:cxnChg>
        <pc:cxnChg chg="mod">
          <ac:chgData name="Niels Berglund" userId="6462ffc3c746bb1c" providerId="LiveId" clId="{572CFA61-6849-42BD-B1DA-93EA9D7DCECD}" dt="2025-12-12T08:05:42.751" v="1934"/>
          <ac:cxnSpMkLst>
            <pc:docMk/>
            <pc:sldMk cId="3979798783" sldId="351"/>
            <ac:cxnSpMk id="62" creationId="{5E9A50E4-2A90-EA88-C17D-AE8FA674C3CC}"/>
          </ac:cxnSpMkLst>
        </pc:cxnChg>
        <pc:cxnChg chg="mod">
          <ac:chgData name="Niels Berglund" userId="6462ffc3c746bb1c" providerId="LiveId" clId="{572CFA61-6849-42BD-B1DA-93EA9D7DCECD}" dt="2025-12-12T08:06:19.136" v="1954"/>
          <ac:cxnSpMkLst>
            <pc:docMk/>
            <pc:sldMk cId="3979798783" sldId="351"/>
            <ac:cxnSpMk id="65" creationId="{01D278BB-DFAE-3821-5E48-1F329E4395D8}"/>
          </ac:cxnSpMkLst>
        </pc:cxnChg>
        <pc:cxnChg chg="mod">
          <ac:chgData name="Niels Berglund" userId="6462ffc3c746bb1c" providerId="LiveId" clId="{572CFA61-6849-42BD-B1DA-93EA9D7DCECD}" dt="2025-12-12T08:10:28.117" v="1983"/>
          <ac:cxnSpMkLst>
            <pc:docMk/>
            <pc:sldMk cId="3979798783" sldId="351"/>
            <ac:cxnSpMk id="72" creationId="{DF86EB8E-D510-212C-5AF1-84ADCD687B9F}"/>
          </ac:cxnSpMkLst>
        </pc:cxnChg>
        <pc:cxnChg chg="add mod">
          <ac:chgData name="Niels Berglund" userId="6462ffc3c746bb1c" providerId="LiveId" clId="{572CFA61-6849-42BD-B1DA-93EA9D7DCECD}" dt="2025-12-12T08:46:51.602" v="2379" actId="164"/>
          <ac:cxnSpMkLst>
            <pc:docMk/>
            <pc:sldMk cId="3979798783" sldId="351"/>
            <ac:cxnSpMk id="75" creationId="{C25B42BB-2D0E-308B-9297-0E32AD0A9BE8}"/>
          </ac:cxnSpMkLst>
        </pc:cxnChg>
        <pc:cxnChg chg="add mod">
          <ac:chgData name="Niels Berglund" userId="6462ffc3c746bb1c" providerId="LiveId" clId="{572CFA61-6849-42BD-B1DA-93EA9D7DCECD}" dt="2025-12-12T08:47:40.007" v="2381" actId="164"/>
          <ac:cxnSpMkLst>
            <pc:docMk/>
            <pc:sldMk cId="3979798783" sldId="351"/>
            <ac:cxnSpMk id="78" creationId="{5B3492DA-1616-C2A7-46B1-6D1C9030D72C}"/>
          </ac:cxnSpMkLst>
        </pc:cxnChg>
        <pc:cxnChg chg="add mod topLvl">
          <ac:chgData name="Niels Berglund" userId="6462ffc3c746bb1c" providerId="LiveId" clId="{572CFA61-6849-42BD-B1DA-93EA9D7DCECD}" dt="2025-12-12T08:50:28.884" v="2395" actId="14100"/>
          <ac:cxnSpMkLst>
            <pc:docMk/>
            <pc:sldMk cId="3979798783" sldId="351"/>
            <ac:cxnSpMk id="81" creationId="{E1F650DC-C0CE-D604-5429-C3A64070FE6C}"/>
          </ac:cxnSpMkLst>
        </pc:cxnChg>
      </pc:sldChg>
      <pc:sldChg chg="addSp delSp modSp new mod ord modClrScheme chgLayout">
        <pc:chgData name="Niels Berglund" userId="6462ffc3c746bb1c" providerId="LiveId" clId="{572CFA61-6849-42BD-B1DA-93EA9D7DCECD}" dt="2025-12-12T09:37:39.597" v="2696" actId="113"/>
        <pc:sldMkLst>
          <pc:docMk/>
          <pc:sldMk cId="143717168" sldId="352"/>
        </pc:sldMkLst>
        <pc:spChg chg="del mod ord">
          <ac:chgData name="Niels Berglund" userId="6462ffc3c746bb1c" providerId="LiveId" clId="{572CFA61-6849-42BD-B1DA-93EA9D7DCECD}" dt="2025-12-12T09:34:29.535" v="2661" actId="700"/>
          <ac:spMkLst>
            <pc:docMk/>
            <pc:sldMk cId="143717168" sldId="352"/>
            <ac:spMk id="2" creationId="{7EB03461-3561-294B-C61A-3ECAEEB73D4A}"/>
          </ac:spMkLst>
        </pc:spChg>
        <pc:spChg chg="add mod ord">
          <ac:chgData name="Niels Berglund" userId="6462ffc3c746bb1c" providerId="LiveId" clId="{572CFA61-6849-42BD-B1DA-93EA9D7DCECD}" dt="2025-12-12T09:37:39.597" v="2696" actId="113"/>
          <ac:spMkLst>
            <pc:docMk/>
            <pc:sldMk cId="143717168" sldId="352"/>
            <ac:spMk id="3" creationId="{B1683D75-E3B4-CB8A-3968-EC211AD134E7}"/>
          </ac:spMkLst>
        </pc:spChg>
        <pc:spChg chg="add del mod ord">
          <ac:chgData name="Niels Berglund" userId="6462ffc3c746bb1c" providerId="LiveId" clId="{572CFA61-6849-42BD-B1DA-93EA9D7DCECD}" dt="2025-12-12T09:34:53.839" v="2682" actId="478"/>
          <ac:spMkLst>
            <pc:docMk/>
            <pc:sldMk cId="143717168" sldId="352"/>
            <ac:spMk id="4" creationId="{B2426EA4-33B7-D3D3-57DF-5589026C6418}"/>
          </ac:spMkLst>
        </pc:spChg>
        <pc:picChg chg="add mod ord">
          <ac:chgData name="Niels Berglund" userId="6462ffc3c746bb1c" providerId="LiveId" clId="{572CFA61-6849-42BD-B1DA-93EA9D7DCECD}" dt="2025-12-12T09:35:48.322" v="2690" actId="1076"/>
          <ac:picMkLst>
            <pc:docMk/>
            <pc:sldMk cId="143717168" sldId="352"/>
            <ac:picMk id="5" creationId="{09B71819-0AEC-5087-EC25-92494E619E8D}"/>
          </ac:picMkLst>
        </pc:picChg>
      </pc:sldChg>
      <pc:sldChg chg="new del">
        <pc:chgData name="Niels Berglund" userId="6462ffc3c746bb1c" providerId="LiveId" clId="{572CFA61-6849-42BD-B1DA-93EA9D7DCECD}" dt="2025-12-12T10:00:34.568" v="2700" actId="47"/>
        <pc:sldMkLst>
          <pc:docMk/>
          <pc:sldMk cId="2990724657" sldId="353"/>
        </pc:sldMkLst>
      </pc:sldChg>
      <pc:sldChg chg="addSp delSp modSp add mod modAnim">
        <pc:chgData name="Niels Berglund" userId="6462ffc3c746bb1c" providerId="LiveId" clId="{572CFA61-6849-42BD-B1DA-93EA9D7DCECD}" dt="2025-12-12T10:10:15.567" v="2920" actId="1076"/>
        <pc:sldMkLst>
          <pc:docMk/>
          <pc:sldMk cId="3571688598" sldId="354"/>
        </pc:sldMkLst>
        <pc:spChg chg="mod">
          <ac:chgData name="Niels Berglund" userId="6462ffc3c746bb1c" providerId="LiveId" clId="{572CFA61-6849-42BD-B1DA-93EA9D7DCECD}" dt="2025-12-12T10:00:45.471" v="2709" actId="20577"/>
          <ac:spMkLst>
            <pc:docMk/>
            <pc:sldMk cId="3571688598" sldId="354"/>
            <ac:spMk id="2" creationId="{4C8753A7-39CE-7AA5-E00E-90F1A93A162E}"/>
          </ac:spMkLst>
        </pc:spChg>
        <pc:spChg chg="mod">
          <ac:chgData name="Niels Berglund" userId="6462ffc3c746bb1c" providerId="LiveId" clId="{572CFA61-6849-42BD-B1DA-93EA9D7DCECD}" dt="2025-12-12T10:10:05.054" v="2919" actId="1076"/>
          <ac:spMkLst>
            <pc:docMk/>
            <pc:sldMk cId="3571688598" sldId="354"/>
            <ac:spMk id="3" creationId="{01E016BE-E415-EEE9-B658-1C0D4ECCE1D9}"/>
          </ac:spMkLst>
        </pc:spChg>
        <pc:spChg chg="mod">
          <ac:chgData name="Niels Berglund" userId="6462ffc3c746bb1c" providerId="LiveId" clId="{572CFA61-6849-42BD-B1DA-93EA9D7DCECD}" dt="2025-12-12T10:10:05.054" v="2919" actId="1076"/>
          <ac:spMkLst>
            <pc:docMk/>
            <pc:sldMk cId="3571688598" sldId="354"/>
            <ac:spMk id="4" creationId="{0423445F-FCDD-EC53-CDAA-0C46BEA1AA87}"/>
          </ac:spMkLst>
        </pc:spChg>
        <pc:spChg chg="del">
          <ac:chgData name="Niels Berglund" userId="6462ffc3c746bb1c" providerId="LiveId" clId="{572CFA61-6849-42BD-B1DA-93EA9D7DCECD}" dt="2025-12-12T10:05:18.001" v="2859" actId="478"/>
          <ac:spMkLst>
            <pc:docMk/>
            <pc:sldMk cId="3571688598" sldId="354"/>
            <ac:spMk id="5" creationId="{1BDC6E49-89AA-5A16-FD5E-F8F6EA582090}"/>
          </ac:spMkLst>
        </pc:spChg>
        <pc:spChg chg="mod">
          <ac:chgData name="Niels Berglund" userId="6462ffc3c746bb1c" providerId="LiveId" clId="{572CFA61-6849-42BD-B1DA-93EA9D7DCECD}" dt="2025-12-12T10:10:05.054" v="2919" actId="1076"/>
          <ac:spMkLst>
            <pc:docMk/>
            <pc:sldMk cId="3571688598" sldId="354"/>
            <ac:spMk id="6" creationId="{46A3F14B-69C6-FCF7-5997-E4BDDCD19D5F}"/>
          </ac:spMkLst>
        </pc:spChg>
        <pc:spChg chg="del mod">
          <ac:chgData name="Niels Berglund" userId="6462ffc3c746bb1c" providerId="LiveId" clId="{572CFA61-6849-42BD-B1DA-93EA9D7DCECD}" dt="2025-12-12T10:05:24.636" v="2861" actId="478"/>
          <ac:spMkLst>
            <pc:docMk/>
            <pc:sldMk cId="3571688598" sldId="354"/>
            <ac:spMk id="7" creationId="{505B0CBA-335F-3700-4633-CAA3D4145C51}"/>
          </ac:spMkLst>
        </pc:spChg>
        <pc:spChg chg="add mod">
          <ac:chgData name="Niels Berglund" userId="6462ffc3c746bb1c" providerId="LiveId" clId="{572CFA61-6849-42BD-B1DA-93EA9D7DCECD}" dt="2025-12-12T10:10:05.054" v="2919" actId="1076"/>
          <ac:spMkLst>
            <pc:docMk/>
            <pc:sldMk cId="3571688598" sldId="354"/>
            <ac:spMk id="8" creationId="{A7FB5F14-2CDD-7EEF-2C9C-F05493F30813}"/>
          </ac:spMkLst>
        </pc:spChg>
        <pc:spChg chg="add mod">
          <ac:chgData name="Niels Berglund" userId="6462ffc3c746bb1c" providerId="LiveId" clId="{572CFA61-6849-42BD-B1DA-93EA9D7DCECD}" dt="2025-12-12T10:10:05.054" v="2919" actId="1076"/>
          <ac:spMkLst>
            <pc:docMk/>
            <pc:sldMk cId="3571688598" sldId="354"/>
            <ac:spMk id="14" creationId="{832FF4DE-8356-9319-2032-636485438A14}"/>
          </ac:spMkLst>
        </pc:spChg>
        <pc:spChg chg="add mod">
          <ac:chgData name="Niels Berglund" userId="6462ffc3c746bb1c" providerId="LiveId" clId="{572CFA61-6849-42BD-B1DA-93EA9D7DCECD}" dt="2025-12-12T10:10:15.567" v="2920" actId="1076"/>
          <ac:spMkLst>
            <pc:docMk/>
            <pc:sldMk cId="3571688598" sldId="354"/>
            <ac:spMk id="15" creationId="{64070203-5CE9-BC13-67B6-20D2418FCEA8}"/>
          </ac:spMkLst>
        </pc:spChg>
        <pc:picChg chg="mod">
          <ac:chgData name="Niels Berglund" userId="6462ffc3c746bb1c" providerId="LiveId" clId="{572CFA61-6849-42BD-B1DA-93EA9D7DCECD}" dt="2025-12-12T10:07:03.021" v="2886" actId="1076"/>
          <ac:picMkLst>
            <pc:docMk/>
            <pc:sldMk cId="3571688598" sldId="354"/>
            <ac:picMk id="11" creationId="{058CED78-205C-E336-B1E6-DF2BEBF32D08}"/>
          </ac:picMkLst>
        </pc:picChg>
        <pc:cxnChg chg="mod">
          <ac:chgData name="Niels Berglund" userId="6462ffc3c746bb1c" providerId="LiveId" clId="{572CFA61-6849-42BD-B1DA-93EA9D7DCECD}" dt="2025-12-12T10:10:05.054" v="2919" actId="1076"/>
          <ac:cxnSpMkLst>
            <pc:docMk/>
            <pc:sldMk cId="3571688598" sldId="354"/>
            <ac:cxnSpMk id="9" creationId="{B324288C-8F15-CF7F-1B17-EF37AE903830}"/>
          </ac:cxnSpMkLst>
        </pc:cxnChg>
        <pc:cxnChg chg="mod">
          <ac:chgData name="Niels Berglund" userId="6462ffc3c746bb1c" providerId="LiveId" clId="{572CFA61-6849-42BD-B1DA-93EA9D7DCECD}" dt="2025-12-12T10:10:05.054" v="2919" actId="1076"/>
          <ac:cxnSpMkLst>
            <pc:docMk/>
            <pc:sldMk cId="3571688598" sldId="354"/>
            <ac:cxnSpMk id="10" creationId="{FD61D2F6-762F-C2F5-4291-88432CAFAB82}"/>
          </ac:cxnSpMkLst>
        </pc:cxnChg>
        <pc:cxnChg chg="del mod">
          <ac:chgData name="Niels Berglund" userId="6462ffc3c746bb1c" providerId="LiveId" clId="{572CFA61-6849-42BD-B1DA-93EA9D7DCECD}" dt="2025-12-12T10:09:52.089" v="2918" actId="478"/>
          <ac:cxnSpMkLst>
            <pc:docMk/>
            <pc:sldMk cId="3571688598" sldId="354"/>
            <ac:cxnSpMk id="12" creationId="{CE85D72A-1050-D4AA-8FFB-14FCC5EDE8EC}"/>
          </ac:cxnSpMkLst>
        </pc:cxnChg>
        <pc:cxnChg chg="del mod">
          <ac:chgData name="Niels Berglund" userId="6462ffc3c746bb1c" providerId="LiveId" clId="{572CFA61-6849-42BD-B1DA-93EA9D7DCECD}" dt="2025-12-12T10:09:49.342" v="2917" actId="478"/>
          <ac:cxnSpMkLst>
            <pc:docMk/>
            <pc:sldMk cId="3571688598" sldId="354"/>
            <ac:cxnSpMk id="13" creationId="{604E7BDE-9CEE-484E-D74A-376FB9197EDE}"/>
          </ac:cxnSpMkLst>
        </pc:cxnChg>
      </pc:sldChg>
      <pc:sldChg chg="addSp delSp modSp new mod modClrScheme chgLayout">
        <pc:chgData name="Niels Berglund" userId="6462ffc3c746bb1c" providerId="LiveId" clId="{572CFA61-6849-42BD-B1DA-93EA9D7DCECD}" dt="2025-12-12T10:13:08.017" v="2926" actId="14100"/>
        <pc:sldMkLst>
          <pc:docMk/>
          <pc:sldMk cId="3205467808" sldId="355"/>
        </pc:sldMkLst>
        <pc:spChg chg="del">
          <ac:chgData name="Niels Berglund" userId="6462ffc3c746bb1c" providerId="LiveId" clId="{572CFA61-6849-42BD-B1DA-93EA9D7DCECD}" dt="2025-12-12T10:12:56.013" v="2922" actId="700"/>
          <ac:spMkLst>
            <pc:docMk/>
            <pc:sldMk cId="3205467808" sldId="355"/>
            <ac:spMk id="2" creationId="{314D3259-8C35-8E52-999C-A72F53A94CCA}"/>
          </ac:spMkLst>
        </pc:spChg>
        <pc:spChg chg="del">
          <ac:chgData name="Niels Berglund" userId="6462ffc3c746bb1c" providerId="LiveId" clId="{572CFA61-6849-42BD-B1DA-93EA9D7DCECD}" dt="2025-12-12T10:12:56.013" v="2922" actId="700"/>
          <ac:spMkLst>
            <pc:docMk/>
            <pc:sldMk cId="3205467808" sldId="355"/>
            <ac:spMk id="3" creationId="{727460DE-E396-64A9-4FC5-DBE304EEA8AC}"/>
          </ac:spMkLst>
        </pc:spChg>
        <pc:picChg chg="add mod">
          <ac:chgData name="Niels Berglund" userId="6462ffc3c746bb1c" providerId="LiveId" clId="{572CFA61-6849-42BD-B1DA-93EA9D7DCECD}" dt="2025-12-12T10:13:08.017" v="2926" actId="14100"/>
          <ac:picMkLst>
            <pc:docMk/>
            <pc:sldMk cId="3205467808" sldId="355"/>
            <ac:picMk id="5" creationId="{C3CFA695-6AE5-6D9E-AAC3-EDEE96D3E72D}"/>
          </ac:picMkLst>
        </pc:picChg>
      </pc:sldChg>
      <pc:sldChg chg="addSp delSp modSp new mod modClrScheme chgLayout">
        <pc:chgData name="Niels Berglund" userId="6462ffc3c746bb1c" providerId="LiveId" clId="{572CFA61-6849-42BD-B1DA-93EA9D7DCECD}" dt="2025-12-12T10:13:30.357" v="2931" actId="962"/>
        <pc:sldMkLst>
          <pc:docMk/>
          <pc:sldMk cId="1566257432" sldId="356"/>
        </pc:sldMkLst>
        <pc:spChg chg="del">
          <ac:chgData name="Niels Berglund" userId="6462ffc3c746bb1c" providerId="LiveId" clId="{572CFA61-6849-42BD-B1DA-93EA9D7DCECD}" dt="2025-12-12T10:13:25.993" v="2928" actId="700"/>
          <ac:spMkLst>
            <pc:docMk/>
            <pc:sldMk cId="1566257432" sldId="356"/>
            <ac:spMk id="2" creationId="{83077875-C64E-5498-EC83-DCC87F964C72}"/>
          </ac:spMkLst>
        </pc:spChg>
        <pc:spChg chg="del">
          <ac:chgData name="Niels Berglund" userId="6462ffc3c746bb1c" providerId="LiveId" clId="{572CFA61-6849-42BD-B1DA-93EA9D7DCECD}" dt="2025-12-12T10:13:25.993" v="2928" actId="700"/>
          <ac:spMkLst>
            <pc:docMk/>
            <pc:sldMk cId="1566257432" sldId="356"/>
            <ac:spMk id="3" creationId="{C6994F7C-BE69-88EC-17D6-7FBB2506C896}"/>
          </ac:spMkLst>
        </pc:spChg>
        <pc:picChg chg="add mod">
          <ac:chgData name="Niels Berglund" userId="6462ffc3c746bb1c" providerId="LiveId" clId="{572CFA61-6849-42BD-B1DA-93EA9D7DCECD}" dt="2025-12-12T10:13:30.357" v="2931" actId="962"/>
          <ac:picMkLst>
            <pc:docMk/>
            <pc:sldMk cId="1566257432" sldId="356"/>
            <ac:picMk id="5" creationId="{40258954-5039-7402-5778-5276957E251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1FF5A2-7221-4D0A-BA7E-3E97D457CE20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CB3EF4-88E8-4C44-ACD9-4A29BA467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395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world as we know it began on this date. What happened then?</a:t>
            </a:r>
          </a:p>
          <a:p>
            <a:endParaRPr lang="en-US"/>
          </a:p>
          <a:p>
            <a:r>
              <a:rPr lang="en-US"/>
              <a:t>ChatGPT was released, and the world became aware of </a:t>
            </a:r>
            <a:r>
              <a:rPr lang="en-US" err="1"/>
              <a:t>GenAI</a:t>
            </a:r>
            <a:r>
              <a:rPr lang="en-US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609DCD-38B9-4CAA-A10D-406D26B5670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247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talks about MCP. Today we're actually watching it work. Minimal slides, maximum code. Let's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CB3EF4-88E8-4C44-ACD9-4A29BA467B3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8325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opening the black box, let's talk a bit about 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CB3EF4-88E8-4C44-ACD9-4A29BA467B3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046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CB3EF4-88E8-4C44-ACD9-4A29BA467B3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49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CB3EF4-88E8-4C44-ACD9-4A29BA467B3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6850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A0827-972C-FC90-802B-28121C5DC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00FD7-A90B-02A4-11C3-C3C55C3AB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13D92-F105-A5FF-4AAC-6BB0A06F6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opening the black box, let's talk a bit about MCP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47F9B-D22B-1EA0-32F7-5C042AB9B0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CB3EF4-88E8-4C44-ACD9-4A29BA467B3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221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Enough slides, let's look at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CB3EF4-88E8-4C44-ACD9-4A29BA467B3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830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CB3EF4-88E8-4C44-ACD9-4A29BA467B3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6328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D9A2A3E-F56C-412F-A3CB-21E0F8FB2F5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7608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1D76C-3F08-3293-CC27-870468DEC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AF6354-0840-0240-3CC2-A5774F16F6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439357-F844-79A8-F619-049C3E6F7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BF541E-908E-84E3-1B23-2E1EA1ECD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F5A0-E079-599F-5D5A-6A215F874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761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95DB1-C320-A9A7-5C51-D650FF786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025B6-101D-F7B1-F671-D879409B1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E941C-4ECB-6E6C-4F56-06906DF4A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08C39-197A-7E2F-9C94-DDEB7E99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8CD6B-49AA-C8FC-1D01-941D3D716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856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F61CC-9BA6-BDA8-7A13-18B205E0E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C7213C-0765-7356-7007-8519BD7A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FF51E-7107-AEF2-7C20-834911A04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CDE3C-4FD8-FC6A-1F6C-DB9FC256E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C64B1-1D3B-1A2D-C036-CB5078E99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719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08731-3000-DA58-FD3B-C38205E5E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C8B97-DF00-BA9D-9142-B12DBEF478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038C5B-E566-667D-9E8C-B8E342F5E0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A9F9DE-1BEA-3724-DE7A-FEAEFA0FF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E9F944-9AC3-BBE0-D964-2A004449C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F20FB8-ECD8-0D99-68F3-5E669C33F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3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B4530-6EDD-0462-AD32-F55E9BA2A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7E745C-12D6-0A7B-4B3F-032F47C63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1512B-18E8-EFCB-2C54-5F86F78066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1F107B-E016-E774-AAB9-A01FA922BB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B891E2-C0FA-1FD0-D165-F1326ED5B0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37402D-591F-EEA8-8032-624A20053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EF9049-598E-F21F-4729-7B6AEA80F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4F866C-6C35-1A9F-2587-E90696E89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648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97C1D-C0AB-4705-3827-1C1C390AC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84F5A9-41FD-F3B4-FF6B-013A788ED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538161-87F5-BFD8-8832-E4CA86F16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91CC66-8A7F-82E6-FE50-36E9DF9E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955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69BAB1-3993-DAC8-D1DA-C31783173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0EE2E0-9785-C5A8-86D2-2C8EF1EB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C69EC-9A62-8AF2-76C4-0D7FF9733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535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19B4C-69AF-F7EE-529B-86B4D2A91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0BA44-6243-4FF1-40BA-933C5C2BD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C65238-82A6-1D8D-E690-EA59612E11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F6C12-DBA8-FE51-6591-F7FDCC60A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5FE1-77A4-3C55-E21F-B56F47D42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6FDAAE-A508-E442-AF77-0055C14FD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8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6CD84-2162-620B-9DC6-44F1BB9BF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98577B-D0CE-5C76-75F6-6047DA504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B8AB3F-F7E7-04F0-F89D-8A26F3321A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A7CC2D-AB93-6CA4-31E5-707CA13DC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C72957-15B5-B25E-4241-393958609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12A36F-59DF-D04B-5324-8DE9E32A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31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DA25E-EF28-5737-4160-2E6B37277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94C42C-D68A-5E01-8097-ED34435F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F20583-C8F2-7FE0-2751-86BC4E2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E397-377B-A794-060B-AF4B604F8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05EA4-780D-470C-CCC1-CC8CABB26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9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236493-0EFB-EA65-E70B-FFBBE9A9A6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EFF91A-D832-9BDE-2C77-86B5B8FF9F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C7492-BEE7-C02D-A0CF-DF1882A9C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14E827-2A2B-94CC-29C8-DC37151F2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8D489-2179-B5A6-8429-7D21F3839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431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5E581-F694-06F8-7B20-E89E956B5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882781-563D-169A-2C2E-A43CC87DD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2E662-7E20-5B84-69D0-A84E725EB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52072-1E4D-CAF1-49A1-0786A7C67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E616FB-6D8B-1CF0-C331-06557DC4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0364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8B449-78E8-EF19-CA64-2C37C84D5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6A1A-C6B1-064D-629F-10F9325CF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457F5D-0846-72C4-FD43-9BBCEEFBB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1F36A5-FB43-09AD-0A52-FC16F99B9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BE11D-9AC7-E7DB-41C2-654FA8EF6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012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E033-B1CB-9760-2147-F03735070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1E7DF-6870-5CA3-7370-A40A51D366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A86A8-FCF7-DA0E-081A-874BD0024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F4D99-0089-9002-4A16-9A45F7B78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C23B9-621E-AEC4-A1CA-B6F91169F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1570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60D82-79A4-0B25-6DF9-3D95684CC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20757-9153-C92D-C344-2F0B7205BE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F26FFF-1101-8541-727F-01376FD090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439EBB-302E-859E-6456-136F2244C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5EFCCB-AE50-F9F7-8386-BD14EBF32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82A78-E80A-55D7-9324-924BF0CD0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3198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2F572-A3A3-E0BD-E929-C119F7F52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8A070B-51D0-56BD-C8EA-85B4DD07D8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65657A-D65C-7A3F-9455-4AF7D4A75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029E49-E26D-9404-653D-C1D900605C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32E491-AAC0-3A3D-3BCA-439F9FA517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680895-F7C0-6F62-515C-FEC4F7638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D74E58-0FAB-1804-A3B3-F56878A6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E94DC9-2A1F-FC62-10E4-D234875AF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1954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48707-65BB-6201-7F8B-0AD201776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C7FADE-63C2-1A5A-2BD3-55BA9C233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CBC98-36BC-7295-9F6A-F7FF7972C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78E4BC-4EC4-7DD7-0B3D-C2457EEDE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812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5B4E1C-4949-33CB-0589-DA3700FAE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8C83C6-6042-3996-B530-A95F25C3F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679F7-2636-0714-9251-4FBC0697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17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11C47-B689-0493-F4FA-2023011CB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EBF45-3322-EA86-35F0-C310138BC5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0178FE-81DB-7F56-8875-141FB71F4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64CAA9-ADD3-A27F-220A-CA334BEA2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2A5E3-2187-260C-AA3E-263565985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D042E-C33C-6D20-B962-D9A35DF27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3171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8B2A1-571E-BD3D-8B38-FABD56C66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0FE74C-A4B1-5F52-454B-83AB0F52F6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43F5C6-D0A7-4C7E-F341-0E0DAAC6E2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4DD0CE-D34E-BDC0-7065-70F1962B8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F67885-647B-3079-8E85-363EE575C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B6BF91-451A-0108-9EBD-DF9A81811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3117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A9457-4E5D-9597-4623-BBD5FB774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4B3619-0266-2264-9874-7CED2E07DA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03265-1121-5292-6225-C6264928C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D5C562-DC46-85EA-DF44-02A3DA7E7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848158-FDEC-60AB-E2BC-E54E4962E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5671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A0A88D-8508-C50D-1FFC-FA83E37E90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3C8B90-1FF1-12EE-8854-9B715234F0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56110-EBA5-2271-B3BB-B03E8BD4D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858927-8AD4-C13A-382B-C4BD3F22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25CCB3-8F82-9B15-9A7B-FEDF29356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3751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89511"/>
            <a:ext cx="11271250" cy="899665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37134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EDCC5B-AE94-C562-AB0B-A320CBDAA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AC4E2-9604-B64D-57B2-6F9F8EF907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A01663-0C8B-C4E2-C4F2-4F9637DBA2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846FF3-5801-4186-ADA5-4C3C17C77B4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A5331-5C49-3206-621A-543C7B670F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410E2E-DCF4-C263-60B0-2F34644B12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11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4F2420-017F-5084-F06B-417996AD4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F884D2-12DD-AF1F-9CD3-8373CAD8D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C88AA-E47E-471A-3ABF-7E4D31FC88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E7EF3B-1460-4EE6-BB1F-95D983DE5504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BE164-DDE3-D642-F40A-45A3DDF283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3915C-3858-3B10-6604-382DA29B8B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571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and purple light in space&#10;&#10;AI-generated content may be incorrect.">
            <a:extLst>
              <a:ext uri="{FF2B5EF4-FFF2-40B4-BE49-F238E27FC236}">
                <a16:creationId xmlns:a16="http://schemas.microsoft.com/office/drawing/2014/main" id="{24DE9808-69CC-D225-C7D4-2056390575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EE2CDBA7-606A-0BFA-3A26-E9104EEB72C7}"/>
              </a:ext>
            </a:extLst>
          </p:cNvPr>
          <p:cNvSpPr/>
          <p:nvPr/>
        </p:nvSpPr>
        <p:spPr>
          <a:xfrm>
            <a:off x="400593" y="1248413"/>
            <a:ext cx="113908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200"/>
              </a:lnSpc>
              <a:spcAft>
                <a:spcPts val="2000"/>
              </a:spcAft>
              <a:buNone/>
            </a:pPr>
            <a:r>
              <a:rPr lang="en-US" sz="6000" b="1" dirty="0">
                <a:solidFill>
                  <a:schemeClr val="bg1">
                    <a:lumMod val="85000"/>
                  </a:schemeClr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Inside the Black Box</a:t>
            </a:r>
            <a:endParaRPr lang="en-US" sz="60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E5D20DAC-168F-C865-0AFC-10BE2F9B55B0}"/>
              </a:ext>
            </a:extLst>
          </p:cNvPr>
          <p:cNvSpPr/>
          <p:nvPr/>
        </p:nvSpPr>
        <p:spPr>
          <a:xfrm>
            <a:off x="1950667" y="2633370"/>
            <a:ext cx="8290661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spcAft>
                <a:spcPts val="4000"/>
              </a:spcAft>
            </a:pPr>
            <a:r>
              <a:rPr lang="en-US" sz="3600" b="1" dirty="0">
                <a:solidFill>
                  <a:schemeClr val="bg1">
                    <a:lumMod val="85000"/>
                  </a:schemeClr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MCP Servers Turn </a:t>
            </a:r>
            <a:r>
              <a:rPr lang="en-US" sz="3600" b="1" dirty="0" err="1">
                <a:solidFill>
                  <a:schemeClr val="bg1">
                    <a:lumMod val="85000"/>
                  </a:schemeClr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Converations</a:t>
            </a:r>
            <a:r>
              <a:rPr lang="en-US" sz="3600" b="1" dirty="0">
                <a:solidFill>
                  <a:schemeClr val="bg1">
                    <a:lumMod val="85000"/>
                  </a:schemeClr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Into Database Operations</a:t>
            </a:r>
            <a:endParaRPr lang="en-US" sz="3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BFC5DC1-A301-8267-2F39-C786140E5576}"/>
              </a:ext>
            </a:extLst>
          </p:cNvPr>
          <p:cNvSpPr txBox="1">
            <a:spLocks/>
          </p:cNvSpPr>
          <p:nvPr/>
        </p:nvSpPr>
        <p:spPr>
          <a:xfrm>
            <a:off x="1014399" y="4325626"/>
            <a:ext cx="7345829" cy="21909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Niels Berglund</a:t>
            </a:r>
          </a:p>
          <a:p>
            <a:pPr algn="l"/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AI / Software Architect Lead Derivco</a:t>
            </a:r>
          </a:p>
          <a:p>
            <a:pPr algn="l"/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niels.it.berglund@gmail.com</a:t>
            </a:r>
          </a:p>
          <a:p>
            <a:pPr algn="l"/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https://nielsberglund.com</a:t>
            </a:r>
          </a:p>
          <a:p>
            <a:pPr algn="l"/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https://linkedin.com/in/nielsberglund</a:t>
            </a:r>
          </a:p>
          <a:p>
            <a:pPr algn="l"/>
            <a:endParaRPr lang="en-US" sz="2000" dirty="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785071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logos on a white background&#10;&#10;AI-generated content may be incorrect.">
            <a:extLst>
              <a:ext uri="{FF2B5EF4-FFF2-40B4-BE49-F238E27FC236}">
                <a16:creationId xmlns:a16="http://schemas.microsoft.com/office/drawing/2014/main" id="{C3CFA695-6AE5-6D9E-AAC3-EDEE96D3E7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86" y="0"/>
            <a:ext cx="121582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7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A904B263-900C-1311-F9D8-A3509CE735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99348"/>
            <a:ext cx="12192000" cy="7157348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EE5CCFA-2CF9-A362-D6F0-7147937F805A}"/>
              </a:ext>
            </a:extLst>
          </p:cNvPr>
          <p:cNvSpPr txBox="1">
            <a:spLocks/>
          </p:cNvSpPr>
          <p:nvPr/>
        </p:nvSpPr>
        <p:spPr>
          <a:xfrm>
            <a:off x="588263" y="307910"/>
            <a:ext cx="11018520" cy="67710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Segoe UI" pitchFamily="34" charset="0"/>
              </a:rPr>
              <a:t>The Date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F076618-70B8-1760-E301-2A8DE85CC216}"/>
              </a:ext>
            </a:extLst>
          </p:cNvPr>
          <p:cNvSpPr txBox="1">
            <a:spLocks/>
          </p:cNvSpPr>
          <p:nvPr/>
        </p:nvSpPr>
        <p:spPr>
          <a:xfrm>
            <a:off x="2613102" y="2716622"/>
            <a:ext cx="6965796" cy="677108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Segoe UI" pitchFamily="34" charset="0"/>
              </a:rPr>
              <a:t>30 November 2022</a:t>
            </a:r>
            <a:endParaRPr kumimoji="0" lang="en-CA" sz="4400" b="0" i="0" u="none" strike="noStrike" kern="1200" cap="none" spc="-30" normalizeH="0" baseline="0" noProof="0" dirty="0">
              <a:ln w="3175">
                <a:noFill/>
              </a:ln>
              <a:effectLst/>
              <a:uLnTx/>
              <a:uFillTx/>
              <a:latin typeface="Arial Rounded MT Bold" panose="020F0704030504030204" pitchFamily="34" charset="0"/>
              <a:ea typeface="+mn-ea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4626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43C7D197-87E5-808B-80E0-033DFA36A5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6733B781-9C25-78D0-B561-27C0F509A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The MCP Tutorial Problem</a:t>
            </a:r>
          </a:p>
        </p:txBody>
      </p:sp>
      <p:pic>
        <p:nvPicPr>
          <p:cNvPr id="7" name="Picture 6" descr="A line of people standing in front of a building&#10;&#10;AI-generated content may be incorrect.">
            <a:extLst>
              <a:ext uri="{FF2B5EF4-FFF2-40B4-BE49-F238E27FC236}">
                <a16:creationId xmlns:a16="http://schemas.microsoft.com/office/drawing/2014/main" id="{C5414CAD-BBE5-F820-D6DC-CAF92C81AD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9363" y="2051531"/>
            <a:ext cx="4858512" cy="3173611"/>
          </a:xfrm>
          <a:prstGeom prst="rect">
            <a:avLst/>
          </a:prstGeom>
        </p:spPr>
      </p:pic>
      <p:pic>
        <p:nvPicPr>
          <p:cNvPr id="9" name="Picture 8" descr="A cartoon of a crowd of people&#10;&#10;AI-generated content may be incorrect.">
            <a:extLst>
              <a:ext uri="{FF2B5EF4-FFF2-40B4-BE49-F238E27FC236}">
                <a16:creationId xmlns:a16="http://schemas.microsoft.com/office/drawing/2014/main" id="{3111A7F0-00EA-FF47-030E-B3201B19BA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7197" y="2051532"/>
            <a:ext cx="4840224" cy="317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112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2063F8E0-A0B3-F953-C8C9-CB054F596A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3DCA35-D6B1-AD62-F311-BAD0A8061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What We're Doing Today - I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4BBF002-8800-67DF-6A4C-984FC462CB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334306"/>
            <a:ext cx="6775858" cy="823912"/>
          </a:xfrm>
        </p:spPr>
        <p:txBody>
          <a:bodyPr anchor="ctr" anchorCtr="0">
            <a:noAutofit/>
          </a:bodyPr>
          <a:lstStyle/>
          <a:p>
            <a:r>
              <a:rPr lang="en-US" sz="4400" dirty="0">
                <a:latin typeface="Arial Rounded MT Bold" panose="020F0704030504030204" pitchFamily="34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354249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BF81C-79F3-C743-28C6-9A6C8C5E1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ECF32407-BACD-39A4-A624-4B9E90E04F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8562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55A93-0D72-3D24-38DF-833496775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What We're Doing Today - II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0AFA28-DDA3-03CE-9ABA-81D2D0785E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8822" y="1542305"/>
            <a:ext cx="3814356" cy="823912"/>
          </a:xfrm>
        </p:spPr>
        <p:txBody>
          <a:bodyPr anchor="ctr" anchorCtr="0">
            <a:noAutofit/>
          </a:bodyPr>
          <a:lstStyle/>
          <a:p>
            <a:pPr algn="ctr"/>
            <a:r>
              <a:rPr lang="en-US" sz="2800" b="0" dirty="0">
                <a:latin typeface="Arial Rounded MT Bold" panose="020F0704030504030204" pitchFamily="34" charset="0"/>
              </a:rPr>
              <a:t>Watch MCP in Action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E4BDFB52-828A-B51B-97B4-8D7A5BC5E745}"/>
              </a:ext>
            </a:extLst>
          </p:cNvPr>
          <p:cNvSpPr txBox="1">
            <a:spLocks/>
          </p:cNvSpPr>
          <p:nvPr/>
        </p:nvSpPr>
        <p:spPr>
          <a:xfrm>
            <a:off x="2373233" y="2629790"/>
            <a:ext cx="7445534" cy="82391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b="0" dirty="0">
                <a:latin typeface="Arial Rounded MT Bold" panose="020F0704030504030204" pitchFamily="34" charset="0"/>
              </a:rPr>
              <a:t>Niels says: "Do "stuff" for my conference"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E667FD50-91A0-15EB-7ECE-4023C0159E4E}"/>
              </a:ext>
            </a:extLst>
          </p:cNvPr>
          <p:cNvSpPr txBox="1">
            <a:spLocks/>
          </p:cNvSpPr>
          <p:nvPr/>
        </p:nvSpPr>
        <p:spPr>
          <a:xfrm>
            <a:off x="4549932" y="3568892"/>
            <a:ext cx="3092132" cy="82391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0" dirty="0">
                <a:latin typeface="Arial Rounded MT Bold" panose="020F0704030504030204" pitchFamily="34" charset="0"/>
              </a:rPr>
              <a:t>THE BLACK BOX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DEE5ADA3-6DBC-34C1-081D-F7BDF8CF4640}"/>
              </a:ext>
            </a:extLst>
          </p:cNvPr>
          <p:cNvSpPr txBox="1">
            <a:spLocks/>
          </p:cNvSpPr>
          <p:nvPr/>
        </p:nvSpPr>
        <p:spPr>
          <a:xfrm>
            <a:off x="3559701" y="4561332"/>
            <a:ext cx="5072596" cy="82391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b="0" dirty="0">
                <a:latin typeface="Arial Rounded MT Bold" panose="020F0704030504030204" pitchFamily="34" charset="0"/>
              </a:rPr>
              <a:t>SQL Server: CRUD in the DB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34E7C445-1FE3-2B3F-EBAB-DC0823B2264A}"/>
              </a:ext>
            </a:extLst>
          </p:cNvPr>
          <p:cNvSpPr txBox="1">
            <a:spLocks/>
          </p:cNvSpPr>
          <p:nvPr/>
        </p:nvSpPr>
        <p:spPr>
          <a:xfrm>
            <a:off x="3421415" y="5658418"/>
            <a:ext cx="5349167" cy="82391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b="0" dirty="0">
                <a:latin typeface="Arial Rounded MT Bold" panose="020F0704030504030204" pitchFamily="34" charset="0"/>
              </a:rPr>
              <a:t>We're opening that black box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E81492C-8719-FDB0-7E4C-0AE2068968CF}"/>
              </a:ext>
            </a:extLst>
          </p:cNvPr>
          <p:cNvCxnSpPr/>
          <p:nvPr/>
        </p:nvCxnSpPr>
        <p:spPr>
          <a:xfrm>
            <a:off x="6095998" y="2207623"/>
            <a:ext cx="0" cy="56170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4A910D5-DEB4-3701-1999-7CC143B53EF9}"/>
              </a:ext>
            </a:extLst>
          </p:cNvPr>
          <p:cNvCxnSpPr/>
          <p:nvPr/>
        </p:nvCxnSpPr>
        <p:spPr>
          <a:xfrm>
            <a:off x="6104705" y="3206334"/>
            <a:ext cx="0" cy="56170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21632AD-14FA-F294-E1DA-D2B111C3B244}"/>
              </a:ext>
            </a:extLst>
          </p:cNvPr>
          <p:cNvCxnSpPr/>
          <p:nvPr/>
        </p:nvCxnSpPr>
        <p:spPr>
          <a:xfrm>
            <a:off x="6095998" y="4204343"/>
            <a:ext cx="0" cy="56170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AF2FC4C-7ED6-F3B9-1C7C-813C87721EDA}"/>
              </a:ext>
            </a:extLst>
          </p:cNvPr>
          <p:cNvCxnSpPr/>
          <p:nvPr/>
        </p:nvCxnSpPr>
        <p:spPr>
          <a:xfrm>
            <a:off x="6104705" y="5202364"/>
            <a:ext cx="0" cy="56170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4535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3" grpId="0"/>
      <p:bldP spid="4" grpId="0"/>
      <p:bldP spid="5" grpId="0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A0A1-B435-AFA1-B209-CD1FC4B9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8A60DB75-7D4D-CCA9-0F97-4E02706F3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43A19E7-756A-7C0E-133F-8E72CCBF2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869282" cy="1325563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What is MCP? (The 60-Second Version)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98E040C7-2005-0C87-18CD-924FC04A29AE}"/>
              </a:ext>
            </a:extLst>
          </p:cNvPr>
          <p:cNvSpPr/>
          <p:nvPr/>
        </p:nvSpPr>
        <p:spPr>
          <a:xfrm>
            <a:off x="1852244" y="192009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2000"/>
              </a:spcAft>
              <a:buNone/>
            </a:pPr>
            <a:r>
              <a:rPr lang="en-US" sz="2800" b="1" dirty="0"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Standard protocol for AI-to-tool communication</a:t>
            </a:r>
            <a:endParaRPr lang="en-US" sz="28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009CA564-304C-2CD2-83DD-50B43C97098E}"/>
              </a:ext>
            </a:extLst>
          </p:cNvPr>
          <p:cNvSpPr/>
          <p:nvPr/>
        </p:nvSpPr>
        <p:spPr>
          <a:xfrm>
            <a:off x="736464" y="2857441"/>
            <a:ext cx="11075930" cy="571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64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sz="2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App ↔ AI ↔ MCP Protocol ↔ MCP Server ↔ SQL Database</a:t>
            </a:r>
            <a:endParaRPr lang="en-US" sz="280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3EB7FC8B-7276-D1DC-4BC1-8A6EC6F6E5BE}"/>
              </a:ext>
            </a:extLst>
          </p:cNvPr>
          <p:cNvSpPr/>
          <p:nvPr/>
        </p:nvSpPr>
        <p:spPr>
          <a:xfrm>
            <a:off x="839788" y="3928107"/>
            <a:ext cx="1054864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4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800" b="1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"Think REST API, but designed for AI agents"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6539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9F52886-C831-D8B3-900C-E557E172E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2D378439-BD6A-7509-3FAB-BA03529A52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5AE836-9AC2-48E7-A742-F2B5DC96B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869282" cy="1325563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MCP Architecture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D0DB91F-518E-F99D-6EB8-BA0CFBC9B793}"/>
              </a:ext>
            </a:extLst>
          </p:cNvPr>
          <p:cNvSpPr/>
          <p:nvPr/>
        </p:nvSpPr>
        <p:spPr>
          <a:xfrm>
            <a:off x="482930" y="2196618"/>
            <a:ext cx="5113658" cy="345033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8D63A31B-48C0-A882-CD96-D8355808060A}"/>
              </a:ext>
            </a:extLst>
          </p:cNvPr>
          <p:cNvSpPr/>
          <p:nvPr/>
        </p:nvSpPr>
        <p:spPr>
          <a:xfrm>
            <a:off x="990600" y="2312537"/>
            <a:ext cx="3921013" cy="464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spcAft>
                <a:spcPts val="1000"/>
              </a:spcAft>
            </a:pPr>
            <a:r>
              <a:rPr lang="en-US" sz="24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.NET app.</a:t>
            </a:r>
            <a:endParaRPr lang="en-US" sz="2400" dirty="0"/>
          </a:p>
          <a:p>
            <a:pPr marL="0" indent="0" algn="ctr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EA1E217-E4B9-22E0-B81A-CCCA368778E2}"/>
              </a:ext>
            </a:extLst>
          </p:cNvPr>
          <p:cNvSpPr/>
          <p:nvPr/>
        </p:nvSpPr>
        <p:spPr>
          <a:xfrm>
            <a:off x="6192881" y="3203971"/>
            <a:ext cx="1915432" cy="84745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MCP Server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70F7C17-6BB7-60B3-99D4-7EB900DC3447}"/>
              </a:ext>
            </a:extLst>
          </p:cNvPr>
          <p:cNvSpPr/>
          <p:nvPr/>
        </p:nvSpPr>
        <p:spPr>
          <a:xfrm>
            <a:off x="6192881" y="4429231"/>
            <a:ext cx="1915432" cy="84745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MCP Server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67E8E5C-2DAF-A955-A1E3-12D83A946F03}"/>
              </a:ext>
            </a:extLst>
          </p:cNvPr>
          <p:cNvSpPr/>
          <p:nvPr/>
        </p:nvSpPr>
        <p:spPr>
          <a:xfrm>
            <a:off x="9315450" y="3098503"/>
            <a:ext cx="1316736" cy="9755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Data Source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136E74F-A4D5-39CF-C90C-E5D9F2005789}"/>
              </a:ext>
            </a:extLst>
          </p:cNvPr>
          <p:cNvSpPr/>
          <p:nvPr/>
        </p:nvSpPr>
        <p:spPr>
          <a:xfrm>
            <a:off x="9315450" y="4393868"/>
            <a:ext cx="1316736" cy="9755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Data Source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FBE76F3-7880-42B4-8F6A-3C01E43035B5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8108313" y="3627699"/>
            <a:ext cx="1207137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26">
            <a:extLst>
              <a:ext uri="{FF2B5EF4-FFF2-40B4-BE49-F238E27FC236}">
                <a16:creationId xmlns:a16="http://schemas.microsoft.com/office/drawing/2014/main" id="{C445CAAB-96D5-C6EB-A5DA-1539A38DECBC}"/>
              </a:ext>
            </a:extLst>
          </p:cNvPr>
          <p:cNvSpPr/>
          <p:nvPr/>
        </p:nvSpPr>
        <p:spPr>
          <a:xfrm>
            <a:off x="676321" y="3570549"/>
            <a:ext cx="2279422" cy="138971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AI Agent/LLM</a:t>
            </a:r>
          </a:p>
        </p:txBody>
      </p:sp>
      <p:sp>
        <p:nvSpPr>
          <p:cNvPr id="5" name="Rectangle: Rounded Corners 29">
            <a:extLst>
              <a:ext uri="{FF2B5EF4-FFF2-40B4-BE49-F238E27FC236}">
                <a16:creationId xmlns:a16="http://schemas.microsoft.com/office/drawing/2014/main" id="{6A28DE74-509C-4F31-99AB-13A704EAA7FD}"/>
              </a:ext>
            </a:extLst>
          </p:cNvPr>
          <p:cNvSpPr/>
          <p:nvPr/>
        </p:nvSpPr>
        <p:spPr>
          <a:xfrm>
            <a:off x="3913459" y="3139927"/>
            <a:ext cx="1316736" cy="9755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MCP Client</a:t>
            </a:r>
          </a:p>
        </p:txBody>
      </p:sp>
      <p:sp>
        <p:nvSpPr>
          <p:cNvPr id="6" name="Rectangle: Rounded Corners 29">
            <a:extLst>
              <a:ext uri="{FF2B5EF4-FFF2-40B4-BE49-F238E27FC236}">
                <a16:creationId xmlns:a16="http://schemas.microsoft.com/office/drawing/2014/main" id="{7C90D06C-9644-F9F3-FEBC-C79F8C6386A3}"/>
              </a:ext>
            </a:extLst>
          </p:cNvPr>
          <p:cNvSpPr/>
          <p:nvPr/>
        </p:nvSpPr>
        <p:spPr>
          <a:xfrm>
            <a:off x="3913459" y="4365187"/>
            <a:ext cx="1316736" cy="9755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MCP Client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8763B82F-FA5A-9888-A869-C39FAEE63C38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955743" y="3627699"/>
            <a:ext cx="957716" cy="637707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E13DB2A-0611-3E09-1B7A-C81297BB618D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2955743" y="4265406"/>
            <a:ext cx="957716" cy="587553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E56E6B6-A5C2-0954-C66B-62F3BF01698E}"/>
              </a:ext>
            </a:extLst>
          </p:cNvPr>
          <p:cNvCxnSpPr>
            <a:stCxn id="5" idx="3"/>
            <a:endCxn id="27" idx="1"/>
          </p:cNvCxnSpPr>
          <p:nvPr/>
        </p:nvCxnSpPr>
        <p:spPr>
          <a:xfrm>
            <a:off x="5230195" y="3627699"/>
            <a:ext cx="962686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BD52C5-4043-6C7B-997A-6E1E54C48912}"/>
              </a:ext>
            </a:extLst>
          </p:cNvPr>
          <p:cNvCxnSpPr/>
          <p:nvPr/>
        </p:nvCxnSpPr>
        <p:spPr>
          <a:xfrm>
            <a:off x="5230195" y="4921702"/>
            <a:ext cx="962686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D9D06B6-11D0-1B30-8EA1-A60445E9325B}"/>
              </a:ext>
            </a:extLst>
          </p:cNvPr>
          <p:cNvCxnSpPr>
            <a:cxnSpLocks/>
          </p:cNvCxnSpPr>
          <p:nvPr/>
        </p:nvCxnSpPr>
        <p:spPr>
          <a:xfrm>
            <a:off x="8108312" y="4856627"/>
            <a:ext cx="1207137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4">
            <a:extLst>
              <a:ext uri="{FF2B5EF4-FFF2-40B4-BE49-F238E27FC236}">
                <a16:creationId xmlns:a16="http://schemas.microsoft.com/office/drawing/2014/main" id="{C62BC9D9-046E-78E6-120C-C6A8FFF2B169}"/>
              </a:ext>
            </a:extLst>
          </p:cNvPr>
          <p:cNvSpPr/>
          <p:nvPr/>
        </p:nvSpPr>
        <p:spPr>
          <a:xfrm>
            <a:off x="1079252" y="2750850"/>
            <a:ext cx="3921013" cy="464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spcAft>
                <a:spcPts val="1000"/>
              </a:spcAft>
            </a:pPr>
            <a:r>
              <a:rPr lang="en-US" sz="24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MCP Host</a:t>
            </a:r>
            <a:endParaRPr lang="en-US" sz="2400" dirty="0"/>
          </a:p>
          <a:p>
            <a:pPr marL="0" indent="0" algn="ctr">
              <a:spcAft>
                <a:spcPts val="1000"/>
              </a:spcAft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656713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84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C410CED1-44B1-604F-A981-EB25D18BFC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4214"/>
            <a:ext cx="12192000" cy="684943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A22CA21-E1B3-1015-956A-9169EB320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MCP Architecture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68C2F14-EBBE-4C10-D51C-47CFD129C58A}"/>
              </a:ext>
            </a:extLst>
          </p:cNvPr>
          <p:cNvSpPr/>
          <p:nvPr/>
        </p:nvSpPr>
        <p:spPr>
          <a:xfrm>
            <a:off x="568583" y="2423480"/>
            <a:ext cx="4755227" cy="276725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F7D93BC4-AA89-CEFB-3B37-A4A1B6BEBABF}"/>
              </a:ext>
            </a:extLst>
          </p:cNvPr>
          <p:cNvSpPr/>
          <p:nvPr/>
        </p:nvSpPr>
        <p:spPr>
          <a:xfrm>
            <a:off x="1076253" y="2539399"/>
            <a:ext cx="3921013" cy="464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spcAft>
                <a:spcPts val="1000"/>
              </a:spcAft>
            </a:pPr>
            <a:r>
              <a:rPr lang="en-US" sz="24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App</a:t>
            </a:r>
            <a:endParaRPr lang="en-US" sz="2400" dirty="0"/>
          </a:p>
          <a:p>
            <a:pPr marL="0" indent="0" algn="ctr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11" name="Rectangle: Rounded Corners 29">
            <a:extLst>
              <a:ext uri="{FF2B5EF4-FFF2-40B4-BE49-F238E27FC236}">
                <a16:creationId xmlns:a16="http://schemas.microsoft.com/office/drawing/2014/main" id="{36F4207A-B716-E3BC-3A1F-92AC32C0E11D}"/>
              </a:ext>
            </a:extLst>
          </p:cNvPr>
          <p:cNvSpPr/>
          <p:nvPr/>
        </p:nvSpPr>
        <p:spPr>
          <a:xfrm>
            <a:off x="3857834" y="3561993"/>
            <a:ext cx="1316736" cy="9548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MCP Client</a:t>
            </a:r>
          </a:p>
        </p:txBody>
      </p:sp>
      <p:sp>
        <p:nvSpPr>
          <p:cNvPr id="12" name="Rectangle: Rounded Corners 29">
            <a:extLst>
              <a:ext uri="{FF2B5EF4-FFF2-40B4-BE49-F238E27FC236}">
                <a16:creationId xmlns:a16="http://schemas.microsoft.com/office/drawing/2014/main" id="{56FF9F36-F327-BDE8-8F11-BC4D13B8C719}"/>
              </a:ext>
            </a:extLst>
          </p:cNvPr>
          <p:cNvSpPr/>
          <p:nvPr/>
        </p:nvSpPr>
        <p:spPr>
          <a:xfrm>
            <a:off x="6888001" y="3614095"/>
            <a:ext cx="1122594" cy="9755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MCP Server</a:t>
            </a:r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8D8F5D63-2BE1-39FE-D17B-5360648D2ECB}"/>
              </a:ext>
            </a:extLst>
          </p:cNvPr>
          <p:cNvSpPr/>
          <p:nvPr/>
        </p:nvSpPr>
        <p:spPr>
          <a:xfrm>
            <a:off x="1164905" y="2977712"/>
            <a:ext cx="3921013" cy="464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18" name="Rectangle: Rounded Corners 26">
            <a:extLst>
              <a:ext uri="{FF2B5EF4-FFF2-40B4-BE49-F238E27FC236}">
                <a16:creationId xmlns:a16="http://schemas.microsoft.com/office/drawing/2014/main" id="{44D3DCA2-0C90-9412-0CD9-EBFD6610F8F5}"/>
              </a:ext>
            </a:extLst>
          </p:cNvPr>
          <p:cNvSpPr/>
          <p:nvPr/>
        </p:nvSpPr>
        <p:spPr>
          <a:xfrm>
            <a:off x="692572" y="3509621"/>
            <a:ext cx="729058" cy="100724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UI</a:t>
            </a: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51029F97-1B9E-2043-7BC8-9A40EC979E39}"/>
              </a:ext>
            </a:extLst>
          </p:cNvPr>
          <p:cNvSpPr/>
          <p:nvPr/>
        </p:nvSpPr>
        <p:spPr>
          <a:xfrm>
            <a:off x="1066614" y="2956213"/>
            <a:ext cx="3921013" cy="464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spcAft>
                <a:spcPts val="1000"/>
              </a:spcAft>
            </a:pPr>
            <a:r>
              <a:rPr lang="en-US" sz="24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MCP Host</a:t>
            </a:r>
            <a:endParaRPr lang="en-US" sz="2400" dirty="0"/>
          </a:p>
          <a:p>
            <a:pPr marL="0" indent="0" algn="ctr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39" name="Rectangle: Rounded Corners 29">
            <a:extLst>
              <a:ext uri="{FF2B5EF4-FFF2-40B4-BE49-F238E27FC236}">
                <a16:creationId xmlns:a16="http://schemas.microsoft.com/office/drawing/2014/main" id="{A835A4D7-EEC0-52A4-2753-C7CA6F5AA464}"/>
              </a:ext>
            </a:extLst>
          </p:cNvPr>
          <p:cNvSpPr/>
          <p:nvPr/>
        </p:nvSpPr>
        <p:spPr>
          <a:xfrm>
            <a:off x="9853454" y="3646752"/>
            <a:ext cx="1870064" cy="9755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Data Source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(Files, databases, </a:t>
            </a:r>
            <a:r>
              <a:rPr lang="en-US" sz="16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etc</a:t>
            </a:r>
            <a:r>
              <a:rPr lang="en-US" sz="1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)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2605ABB-48D4-80B6-96C2-71340CCD0598}"/>
              </a:ext>
            </a:extLst>
          </p:cNvPr>
          <p:cNvGrpSpPr/>
          <p:nvPr/>
        </p:nvGrpSpPr>
        <p:grpSpPr>
          <a:xfrm>
            <a:off x="1474544" y="3394492"/>
            <a:ext cx="830713" cy="415803"/>
            <a:chOff x="1474544" y="3394492"/>
            <a:chExt cx="830713" cy="415803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C267FEDD-D442-9847-6DAD-CFD07E986CAC}"/>
                </a:ext>
              </a:extLst>
            </p:cNvPr>
            <p:cNvCxnSpPr>
              <a:cxnSpLocks/>
            </p:cNvCxnSpPr>
            <p:nvPr/>
          </p:nvCxnSpPr>
          <p:spPr>
            <a:xfrm>
              <a:off x="1474544" y="3802951"/>
              <a:ext cx="830713" cy="7344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2B66571-A3AB-BADC-A3C5-25C1DF5F0BC1}"/>
                </a:ext>
              </a:extLst>
            </p:cNvPr>
            <p:cNvSpPr txBox="1"/>
            <p:nvPr/>
          </p:nvSpPr>
          <p:spPr>
            <a:xfrm>
              <a:off x="1597120" y="3394492"/>
              <a:ext cx="6527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 Rounded MT Bold" panose="020F0704030504030204" pitchFamily="34" charset="0"/>
                </a:rPr>
                <a:t>NLP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4EBF2EE-2D8D-6A8B-9D09-AF5BF2E0FBF8}"/>
              </a:ext>
            </a:extLst>
          </p:cNvPr>
          <p:cNvGrpSpPr/>
          <p:nvPr/>
        </p:nvGrpSpPr>
        <p:grpSpPr>
          <a:xfrm>
            <a:off x="5214362" y="4335532"/>
            <a:ext cx="1870064" cy="441324"/>
            <a:chOff x="4970726" y="5934876"/>
            <a:chExt cx="1870064" cy="441324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9B0E2FC3-2AC1-929B-356F-FFD9EF83BC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6979" y="5934876"/>
              <a:ext cx="16506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1EE60AF-47B7-2373-3A8A-624D2944744C}"/>
                </a:ext>
              </a:extLst>
            </p:cNvPr>
            <p:cNvSpPr txBox="1"/>
            <p:nvPr/>
          </p:nvSpPr>
          <p:spPr>
            <a:xfrm>
              <a:off x="4970726" y="6006868"/>
              <a:ext cx="18700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 Rounded MT Bold" panose="020F0704030504030204" pitchFamily="34" charset="0"/>
                </a:rPr>
                <a:t>MCP Response</a:t>
              </a:r>
            </a:p>
          </p:txBody>
        </p:sp>
      </p:grpSp>
      <p:sp>
        <p:nvSpPr>
          <p:cNvPr id="51" name="Rectangle: Rounded Corners 26">
            <a:extLst>
              <a:ext uri="{FF2B5EF4-FFF2-40B4-BE49-F238E27FC236}">
                <a16:creationId xmlns:a16="http://schemas.microsoft.com/office/drawing/2014/main" id="{6C9D3827-2AA5-159A-A41C-35B4E5FFD62F}"/>
              </a:ext>
            </a:extLst>
          </p:cNvPr>
          <p:cNvSpPr/>
          <p:nvPr/>
        </p:nvSpPr>
        <p:spPr>
          <a:xfrm>
            <a:off x="2324408" y="3561993"/>
            <a:ext cx="649799" cy="9548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AI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0C38A0D2-BD5E-DD3C-94DF-DD915A2B3F21}"/>
              </a:ext>
            </a:extLst>
          </p:cNvPr>
          <p:cNvGrpSpPr/>
          <p:nvPr/>
        </p:nvGrpSpPr>
        <p:grpSpPr>
          <a:xfrm>
            <a:off x="8050387" y="3579158"/>
            <a:ext cx="1710517" cy="421784"/>
            <a:chOff x="6020046" y="2530428"/>
            <a:chExt cx="1710517" cy="421784"/>
          </a:xfrm>
        </p:grpSpPr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5E9A50E4-2A90-EA88-C17D-AE8FA674C3CC}"/>
                </a:ext>
              </a:extLst>
            </p:cNvPr>
            <p:cNvCxnSpPr>
              <a:cxnSpLocks/>
            </p:cNvCxnSpPr>
            <p:nvPr/>
          </p:nvCxnSpPr>
          <p:spPr>
            <a:xfrm>
              <a:off x="6020046" y="2952212"/>
              <a:ext cx="171051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A202332-4124-B054-85BB-D1500EB72A50}"/>
                </a:ext>
              </a:extLst>
            </p:cNvPr>
            <p:cNvSpPr txBox="1"/>
            <p:nvPr/>
          </p:nvSpPr>
          <p:spPr>
            <a:xfrm>
              <a:off x="6330026" y="2530428"/>
              <a:ext cx="10905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 Rounded MT Bold" panose="020F0704030504030204" pitchFamily="34" charset="0"/>
                </a:rPr>
                <a:t>Execute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1635DA3-A946-79CF-3F75-7368C224EDEE}"/>
              </a:ext>
            </a:extLst>
          </p:cNvPr>
          <p:cNvGrpSpPr/>
          <p:nvPr/>
        </p:nvGrpSpPr>
        <p:grpSpPr>
          <a:xfrm>
            <a:off x="8075961" y="4368189"/>
            <a:ext cx="1650628" cy="475556"/>
            <a:chOff x="4976979" y="5934876"/>
            <a:chExt cx="1650628" cy="475556"/>
          </a:xfrm>
        </p:grpSpPr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01D278BB-DFAE-3821-5E48-1F329E4395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6979" y="5934876"/>
              <a:ext cx="16506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3122539-1F6B-D3A0-27E9-92127A5FC93B}"/>
                </a:ext>
              </a:extLst>
            </p:cNvPr>
            <p:cNvSpPr txBox="1"/>
            <p:nvPr/>
          </p:nvSpPr>
          <p:spPr>
            <a:xfrm>
              <a:off x="5386926" y="6041100"/>
              <a:ext cx="8922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 Rounded MT Bold" panose="020F0704030504030204" pitchFamily="34" charset="0"/>
                </a:rPr>
                <a:t>Result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4F3CA4CF-67FB-75A7-4EEF-514810C809BF}"/>
              </a:ext>
            </a:extLst>
          </p:cNvPr>
          <p:cNvGrpSpPr/>
          <p:nvPr/>
        </p:nvGrpSpPr>
        <p:grpSpPr>
          <a:xfrm>
            <a:off x="5214362" y="3429000"/>
            <a:ext cx="1763275" cy="442756"/>
            <a:chOff x="6020046" y="2509456"/>
            <a:chExt cx="1763275" cy="442756"/>
          </a:xfrm>
        </p:grpSpPr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DF86EB8E-D510-212C-5AF1-84ADCD687B9F}"/>
                </a:ext>
              </a:extLst>
            </p:cNvPr>
            <p:cNvCxnSpPr>
              <a:cxnSpLocks/>
            </p:cNvCxnSpPr>
            <p:nvPr/>
          </p:nvCxnSpPr>
          <p:spPr>
            <a:xfrm>
              <a:off x="6020046" y="2952212"/>
              <a:ext cx="171051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6C27E2FE-A17E-FAF6-38C1-890744A1342E}"/>
                </a:ext>
              </a:extLst>
            </p:cNvPr>
            <p:cNvSpPr txBox="1"/>
            <p:nvPr/>
          </p:nvSpPr>
          <p:spPr>
            <a:xfrm>
              <a:off x="6096000" y="2509456"/>
              <a:ext cx="16873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 Rounded MT Bold" panose="020F0704030504030204" pitchFamily="34" charset="0"/>
                </a:rPr>
                <a:t>MCP Request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CBBD5B81-A93F-8D75-EBC8-B2BE3CB2DAEC}"/>
              </a:ext>
            </a:extLst>
          </p:cNvPr>
          <p:cNvGrpSpPr/>
          <p:nvPr/>
        </p:nvGrpSpPr>
        <p:grpSpPr>
          <a:xfrm>
            <a:off x="3027121" y="3429429"/>
            <a:ext cx="830713" cy="415803"/>
            <a:chOff x="3027121" y="3429429"/>
            <a:chExt cx="830713" cy="415803"/>
          </a:xfrm>
        </p:grpSpPr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C25B42BB-2D0E-308B-9297-0E32AD0A9BE8}"/>
                </a:ext>
              </a:extLst>
            </p:cNvPr>
            <p:cNvCxnSpPr>
              <a:cxnSpLocks/>
            </p:cNvCxnSpPr>
            <p:nvPr/>
          </p:nvCxnSpPr>
          <p:spPr>
            <a:xfrm>
              <a:off x="3027121" y="3837888"/>
              <a:ext cx="830713" cy="7344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28E896F-F895-B135-99F7-189FEDA3D1C4}"/>
                </a:ext>
              </a:extLst>
            </p:cNvPr>
            <p:cNvSpPr txBox="1"/>
            <p:nvPr/>
          </p:nvSpPr>
          <p:spPr>
            <a:xfrm>
              <a:off x="3101072" y="3429429"/>
              <a:ext cx="6190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 Rounded MT Bold" panose="020F0704030504030204" pitchFamily="34" charset="0"/>
                </a:rPr>
                <a:t>Call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0D63B72-0CF5-9E5B-F0A0-AD926A5251CB}"/>
              </a:ext>
            </a:extLst>
          </p:cNvPr>
          <p:cNvGrpSpPr/>
          <p:nvPr/>
        </p:nvGrpSpPr>
        <p:grpSpPr>
          <a:xfrm>
            <a:off x="1413240" y="4289098"/>
            <a:ext cx="1033488" cy="692765"/>
            <a:chOff x="1413240" y="4289098"/>
            <a:chExt cx="1033488" cy="692765"/>
          </a:xfrm>
        </p:grpSpPr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5B3492DA-1616-C2A7-46B1-6D1C9030D72C}"/>
                </a:ext>
              </a:extLst>
            </p:cNvPr>
            <p:cNvCxnSpPr/>
            <p:nvPr/>
          </p:nvCxnSpPr>
          <p:spPr>
            <a:xfrm flipH="1">
              <a:off x="1472568" y="4289098"/>
              <a:ext cx="821075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6D6A4B01-29C5-21FF-3817-04437F5FBD5D}"/>
                </a:ext>
              </a:extLst>
            </p:cNvPr>
            <p:cNvSpPr txBox="1"/>
            <p:nvPr/>
          </p:nvSpPr>
          <p:spPr>
            <a:xfrm>
              <a:off x="1413240" y="4335532"/>
              <a:ext cx="103348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Arial Rounded MT Bold" panose="020F0704030504030204" pitchFamily="34" charset="0"/>
                </a:rPr>
                <a:t>Final </a:t>
              </a:r>
            </a:p>
            <a:p>
              <a:pPr algn="ctr"/>
              <a:r>
                <a:rPr lang="en-US" dirty="0">
                  <a:latin typeface="Arial Rounded MT Bold" panose="020F0704030504030204" pitchFamily="34" charset="0"/>
                </a:rPr>
                <a:t>Answer</a:t>
              </a:r>
            </a:p>
          </p:txBody>
        </p:sp>
      </p:grp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1F650DC-C0CE-D604-5429-C3A64070FE6C}"/>
              </a:ext>
            </a:extLst>
          </p:cNvPr>
          <p:cNvCxnSpPr>
            <a:cxnSpLocks/>
          </p:cNvCxnSpPr>
          <p:nvPr/>
        </p:nvCxnSpPr>
        <p:spPr>
          <a:xfrm flipH="1" flipV="1">
            <a:off x="2974207" y="4368189"/>
            <a:ext cx="809676" cy="192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FACFBA16-F513-F541-626F-CCF381F37902}"/>
              </a:ext>
            </a:extLst>
          </p:cNvPr>
          <p:cNvSpPr txBox="1"/>
          <p:nvPr/>
        </p:nvSpPr>
        <p:spPr>
          <a:xfrm>
            <a:off x="2924473" y="4409949"/>
            <a:ext cx="1111394" cy="5670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Arial Rounded MT Bold" panose="020F0704030504030204" pitchFamily="34" charset="0"/>
              </a:rPr>
              <a:t>Context </a:t>
            </a:r>
          </a:p>
          <a:p>
            <a:pPr algn="ctr"/>
            <a:r>
              <a:rPr lang="en-US" dirty="0">
                <a:latin typeface="Arial Rounded MT Bold" panose="020F0704030504030204" pitchFamily="34" charset="0"/>
              </a:rPr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3979798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306E063-265B-3AFD-CB9A-BE86B0F10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 descr="A diagram of a flowchart&#10;&#10;AI-generated content may be incorrect.">
            <a:extLst>
              <a:ext uri="{FF2B5EF4-FFF2-40B4-BE49-F238E27FC236}">
                <a16:creationId xmlns:a16="http://schemas.microsoft.com/office/drawing/2014/main" id="{1C5077C3-D9C2-DF5A-808F-88E4E0309E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041" y="1802675"/>
            <a:ext cx="11203917" cy="4533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068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E33F9-69AE-1539-C53A-942A08552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058CED78-205C-E336-B1E6-DF2BEBF32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8753A7-39CE-7AA5-E00E-90F1A93A1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The Setup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A3F14B-69C6-FCF7-5997-E4BDDCD19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5187" y="1809863"/>
            <a:ext cx="4343400" cy="1037415"/>
          </a:xfrm>
          <a:ln>
            <a:solidFill>
              <a:schemeClr val="tx1"/>
            </a:solidFill>
          </a:ln>
        </p:spPr>
        <p:txBody>
          <a:bodyPr anchor="ctr" anchorCtr="0">
            <a:noAutofit/>
          </a:bodyPr>
          <a:lstStyle/>
          <a:p>
            <a:r>
              <a:rPr lang="en-US" sz="2800" b="0" dirty="0">
                <a:latin typeface="Arial Rounded MT Bold" panose="020F0704030504030204" pitchFamily="34" charset="0"/>
              </a:rPr>
              <a:t>Console App + Azure AI </a:t>
            </a:r>
          </a:p>
          <a:p>
            <a:r>
              <a:rPr lang="en-US" sz="2800" b="0" dirty="0">
                <a:latin typeface="Arial Rounded MT Bold" panose="020F0704030504030204" pitchFamily="34" charset="0"/>
              </a:rPr>
              <a:t>+ MCP Client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1E016BE-E415-EEE9-B658-1C0D4ECCE1D9}"/>
              </a:ext>
            </a:extLst>
          </p:cNvPr>
          <p:cNvSpPr txBox="1">
            <a:spLocks/>
          </p:cNvSpPr>
          <p:nvPr/>
        </p:nvSpPr>
        <p:spPr>
          <a:xfrm>
            <a:off x="865186" y="3833655"/>
            <a:ext cx="4343399" cy="119888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0" dirty="0">
                <a:latin typeface="Arial Rounded MT Bold" panose="020F0704030504030204" pitchFamily="34" charset="0"/>
              </a:rPr>
              <a:t>MS SQL MCP Server</a:t>
            </a:r>
          </a:p>
          <a:p>
            <a:r>
              <a:rPr lang="en-US" sz="2000" b="0" dirty="0">
                <a:latin typeface="Arial Rounded MT Bold" panose="020F0704030504030204" pitchFamily="34" charset="0"/>
              </a:rPr>
              <a:t>(Node.js)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0423445F-FCDD-EC53-CDAA-0C46BEA1AA87}"/>
              </a:ext>
            </a:extLst>
          </p:cNvPr>
          <p:cNvSpPr txBox="1">
            <a:spLocks/>
          </p:cNvSpPr>
          <p:nvPr/>
        </p:nvSpPr>
        <p:spPr>
          <a:xfrm>
            <a:off x="839788" y="5668963"/>
            <a:ext cx="4343399" cy="82391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0" dirty="0">
                <a:latin typeface="Arial Rounded MT Bold" panose="020F0704030504030204" pitchFamily="34" charset="0"/>
              </a:rPr>
              <a:t>SQL Server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24288C-8F15-CF7F-1B17-EF37AE903830}"/>
              </a:ext>
            </a:extLst>
          </p:cNvPr>
          <p:cNvCxnSpPr/>
          <p:nvPr/>
        </p:nvCxnSpPr>
        <p:spPr>
          <a:xfrm>
            <a:off x="2878974" y="2988122"/>
            <a:ext cx="0" cy="56170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D61D2F6-762F-C2F5-4291-88432CAFAB82}"/>
              </a:ext>
            </a:extLst>
          </p:cNvPr>
          <p:cNvCxnSpPr/>
          <p:nvPr/>
        </p:nvCxnSpPr>
        <p:spPr>
          <a:xfrm>
            <a:off x="2878974" y="5032538"/>
            <a:ext cx="0" cy="56170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7FB5F14-2CDD-7EEF-2C9C-F05493F30813}"/>
              </a:ext>
            </a:extLst>
          </p:cNvPr>
          <p:cNvSpPr txBox="1"/>
          <p:nvPr/>
        </p:nvSpPr>
        <p:spPr>
          <a:xfrm>
            <a:off x="5347856" y="2086794"/>
            <a:ext cx="41150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 Rounded MT Bold" panose="020F0704030504030204" pitchFamily="34" charset="0"/>
              </a:rPr>
              <a:t>&lt;- We'll instrument this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2FF4DE-8356-9319-2032-636485438A14}"/>
              </a:ext>
            </a:extLst>
          </p:cNvPr>
          <p:cNvSpPr txBox="1"/>
          <p:nvPr/>
        </p:nvSpPr>
        <p:spPr>
          <a:xfrm>
            <a:off x="5347856" y="4115264"/>
            <a:ext cx="38165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 Rounded MT Bold" panose="020F0704030504030204" pitchFamily="34" charset="0"/>
              </a:rPr>
              <a:t>&lt;- We'll intercept this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070203-5CE9-BC13-67B6-20D2418FCEA8}"/>
              </a:ext>
            </a:extLst>
          </p:cNvPr>
          <p:cNvSpPr txBox="1"/>
          <p:nvPr/>
        </p:nvSpPr>
        <p:spPr>
          <a:xfrm>
            <a:off x="5347856" y="5819309"/>
            <a:ext cx="32806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 Rounded MT Bold" panose="020F0704030504030204" pitchFamily="34" charset="0"/>
              </a:rPr>
              <a:t>&lt;- We'll watch this</a:t>
            </a:r>
          </a:p>
        </p:txBody>
      </p:sp>
    </p:spTree>
    <p:extLst>
      <p:ext uri="{BB962C8B-B14F-4D97-AF65-F5344CB8AC3E}">
        <p14:creationId xmlns:p14="http://schemas.microsoft.com/office/powerpoint/2010/main" val="3571688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95C15A5C-51F5-1D24-B63C-CF7C3ECD1D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B3C7BF3-1368-7A69-7C0A-26B3B82B9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Demo Roadmap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A9E5E13-5CC3-B50A-A29F-C1991B343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Implementing an MCP Client in your code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Connection &amp; Discovery of MCP Server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AI Orchestration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Tool Invocation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Multi-Step Workflows</a:t>
            </a: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766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09B71819-0AEC-5087-EC25-92494E619E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62"/>
            <a:ext cx="12938760" cy="684943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683D75-E3B4-CB8A-3968-EC211AD13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30" y="2524125"/>
            <a:ext cx="10515600" cy="904875"/>
          </a:xfrm>
        </p:spPr>
        <p:txBody>
          <a:bodyPr>
            <a:noAutofit/>
          </a:bodyPr>
          <a:lstStyle/>
          <a:p>
            <a:r>
              <a:rPr lang="en-US" b="1" dirty="0">
                <a:latin typeface="Arial Rounded MT Bold" panose="020F0704030504030204" pitchFamily="34" charset="0"/>
              </a:rPr>
              <a:t>Code, glorious Code!</a:t>
            </a:r>
          </a:p>
        </p:txBody>
      </p:sp>
    </p:spTree>
    <p:extLst>
      <p:ext uri="{BB962C8B-B14F-4D97-AF65-F5344CB8AC3E}">
        <p14:creationId xmlns:p14="http://schemas.microsoft.com/office/powerpoint/2010/main" val="143717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0865F-F843-8B6A-CB3B-FB5D30F27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45C81ADF-AC73-776C-73A2-3F812C4324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88B350B-417D-30AF-6B68-C8DA77D04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Key Takeaways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9D530C-03CA-731A-5739-31F26DAFE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 MCP is a </a:t>
            </a:r>
            <a:r>
              <a:rPr lang="en-US" dirty="0">
                <a:solidFill>
                  <a:srgbClr val="C00000"/>
                </a:solidFill>
                <a:latin typeface="Arial Rounded MT Bold" panose="020F0704030504030204" pitchFamily="34" charset="0"/>
              </a:rPr>
              <a:t>PROTOCOL</a:t>
            </a:r>
            <a:r>
              <a:rPr lang="en-US" dirty="0">
                <a:latin typeface="Arial Rounded MT Bold" panose="020F0704030504030204" pitchFamily="34" charset="0"/>
              </a:rPr>
              <a:t> with structured message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 AI </a:t>
            </a:r>
            <a:r>
              <a:rPr lang="en-US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DISCOVERS</a:t>
            </a:r>
            <a:r>
              <a:rPr lang="en-US" dirty="0">
                <a:latin typeface="Arial Rounded MT Bold" panose="020F0704030504030204" pitchFamily="34" charset="0"/>
              </a:rPr>
              <a:t> tools, doesn't know them upfront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 AI handles </a:t>
            </a:r>
            <a:r>
              <a:rPr lang="en-US" dirty="0">
                <a:solidFill>
                  <a:srgbClr val="C00000"/>
                </a:solidFill>
                <a:latin typeface="Arial Rounded MT Bold" panose="020F0704030504030204" pitchFamily="34" charset="0"/>
              </a:rPr>
              <a:t>ORCHESTRATION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 MCP Server implements </a:t>
            </a:r>
            <a:r>
              <a:rPr lang="en-US" dirty="0">
                <a:solidFill>
                  <a:srgbClr val="C00000"/>
                </a:solidFill>
                <a:latin typeface="Arial Rounded MT Bold" panose="020F0704030504030204" pitchFamily="34" charset="0"/>
              </a:rPr>
              <a:t>SECURITY BOUNDARIES</a:t>
            </a:r>
            <a:endParaRPr lang="en-US" dirty="0">
              <a:latin typeface="Arial Rounded MT Bold" panose="020F0704030504030204" pitchFamily="34" charset="0"/>
            </a:endParaRPr>
          </a:p>
          <a:p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DEBUGGING</a:t>
            </a:r>
            <a:r>
              <a:rPr lang="en-US" dirty="0">
                <a:latin typeface="Arial Rounded MT Bold" panose="020F0704030504030204" pitchFamily="34" charset="0"/>
              </a:rPr>
              <a:t> requires intercepting the right layer</a:t>
            </a:r>
            <a:endParaRPr lang="en-US" dirty="0">
              <a:solidFill>
                <a:srgbClr val="C00000"/>
              </a:solidFill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C0E2B5-E493-9633-229F-2CA9C6780685}"/>
              </a:ext>
            </a:extLst>
          </p:cNvPr>
          <p:cNvSpPr txBox="1"/>
          <p:nvPr/>
        </p:nvSpPr>
        <p:spPr>
          <a:xfrm>
            <a:off x="3458643" y="4728755"/>
            <a:ext cx="52747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 Rounded MT Bold" panose="020F0704030504030204" pitchFamily="34" charset="0"/>
              </a:rPr>
              <a:t>The Black Box -&gt; Transparent</a:t>
            </a:r>
          </a:p>
        </p:txBody>
      </p:sp>
    </p:spTree>
    <p:extLst>
      <p:ext uri="{BB962C8B-B14F-4D97-AF65-F5344CB8AC3E}">
        <p14:creationId xmlns:p14="http://schemas.microsoft.com/office/powerpoint/2010/main" val="441496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qr code on a card&#10;&#10;AI-generated content may be incorrect.">
            <a:extLst>
              <a:ext uri="{FF2B5EF4-FFF2-40B4-BE49-F238E27FC236}">
                <a16:creationId xmlns:a16="http://schemas.microsoft.com/office/drawing/2014/main" id="{40258954-5039-7402-5778-5276957E25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86" y="0"/>
            <a:ext cx="121582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257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5BC61-9325-D9E2-17FA-9C90B914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A5E4C2C9-AB34-044F-23A1-EC4904528A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943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99ED1A9-355E-6AD9-5D40-7AC64C8BC6F0}"/>
              </a:ext>
            </a:extLst>
          </p:cNvPr>
          <p:cNvSpPr txBox="1">
            <a:spLocks/>
          </p:cNvSpPr>
          <p:nvPr/>
        </p:nvSpPr>
        <p:spPr>
          <a:xfrm>
            <a:off x="0" y="1873920"/>
            <a:ext cx="12192000" cy="14208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5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j-ea"/>
                <a:cs typeface="+mj-cs"/>
              </a:rPr>
              <a:t>Thank You</a:t>
            </a:r>
            <a:br>
              <a:rPr kumimoji="0" lang="en-AU" sz="5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j-ea"/>
                <a:cs typeface="+mj-cs"/>
              </a:rPr>
            </a:br>
            <a:r>
              <a:rPr kumimoji="0" lang="en-AU" sz="4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j-ea"/>
                <a:cs typeface="+mj-cs"/>
              </a:rPr>
              <a:t>Questions?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585BD4-A4EA-302D-A762-84ACEA203E74}"/>
              </a:ext>
            </a:extLst>
          </p:cNvPr>
          <p:cNvSpPr txBox="1">
            <a:spLocks/>
          </p:cNvSpPr>
          <p:nvPr/>
        </p:nvSpPr>
        <p:spPr>
          <a:xfrm>
            <a:off x="994350" y="4209281"/>
            <a:ext cx="5391460" cy="191874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+mn-cs"/>
              </a:rPr>
              <a:t>Niels Berglund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+mn-cs"/>
              </a:rPr>
              <a:t>niels.it.berglund@gmail.com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+mn-cs"/>
              </a:rPr>
              <a:t>https://nielsberglund.com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+mn-cs"/>
              </a:rPr>
              <a:t>https://linkedin.com/in/nielsberglund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713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5071</TotalTime>
  <Words>409</Words>
  <Application>Microsoft Office PowerPoint</Application>
  <PresentationFormat>Widescreen</PresentationFormat>
  <Paragraphs>95</Paragraphs>
  <Slides>16</Slides>
  <Notes>9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Arial Rounded MT Bold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The MCP Tutorial Problem</vt:lpstr>
      <vt:lpstr>What We're Doing Today - I</vt:lpstr>
      <vt:lpstr>What We're Doing Today - II</vt:lpstr>
      <vt:lpstr>What is MCP? (The 60-Second Version)</vt:lpstr>
      <vt:lpstr>MCP Architecture</vt:lpstr>
      <vt:lpstr>MCP Architecture</vt:lpstr>
      <vt:lpstr>PowerPoint Presentation</vt:lpstr>
      <vt:lpstr>The Setup</vt:lpstr>
      <vt:lpstr>Demo Roadmap</vt:lpstr>
      <vt:lpstr>Code, glorious Code!</vt:lpstr>
      <vt:lpstr>Key Takeaways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Niels Berglund</dc:creator>
  <cp:lastModifiedBy>Niels Berglund</cp:lastModifiedBy>
  <cp:revision>5</cp:revision>
  <dcterms:created xsi:type="dcterms:W3CDTF">2025-11-01T10:12:24Z</dcterms:created>
  <dcterms:modified xsi:type="dcterms:W3CDTF">2025-12-12T10:13:33Z</dcterms:modified>
</cp:coreProperties>
</file>